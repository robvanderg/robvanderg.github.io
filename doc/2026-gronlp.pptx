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6" r:id="rId3"/>
    <p:sldId id="297" r:id="rId4"/>
    <p:sldId id="300" r:id="rId5"/>
    <p:sldId id="261" r:id="rId6"/>
    <p:sldId id="304" r:id="rId7"/>
    <p:sldId id="262" r:id="rId8"/>
    <p:sldId id="298" r:id="rId9"/>
    <p:sldId id="292" r:id="rId10"/>
    <p:sldId id="263" r:id="rId11"/>
    <p:sldId id="265" r:id="rId12"/>
    <p:sldId id="266" r:id="rId13"/>
    <p:sldId id="302" r:id="rId14"/>
    <p:sldId id="307" r:id="rId15"/>
    <p:sldId id="301" r:id="rId16"/>
    <p:sldId id="312" r:id="rId17"/>
    <p:sldId id="268" r:id="rId18"/>
    <p:sldId id="267" r:id="rId19"/>
    <p:sldId id="303" r:id="rId20"/>
    <p:sldId id="272" r:id="rId21"/>
    <p:sldId id="305" r:id="rId22"/>
    <p:sldId id="276" r:id="rId23"/>
    <p:sldId id="273" r:id="rId24"/>
    <p:sldId id="280" r:id="rId25"/>
    <p:sldId id="278" r:id="rId26"/>
    <p:sldId id="275" r:id="rId27"/>
    <p:sldId id="299" r:id="rId28"/>
    <p:sldId id="274" r:id="rId29"/>
    <p:sldId id="277" r:id="rId30"/>
    <p:sldId id="306" r:id="rId31"/>
    <p:sldId id="281" r:id="rId32"/>
    <p:sldId id="282" r:id="rId33"/>
    <p:sldId id="283" r:id="rId34"/>
    <p:sldId id="308" r:id="rId35"/>
    <p:sldId id="289" r:id="rId36"/>
    <p:sldId id="290" r:id="rId37"/>
    <p:sldId id="309" r:id="rId38"/>
    <p:sldId id="310" r:id="rId39"/>
    <p:sldId id="311" r:id="rId40"/>
    <p:sldId id="287" r:id="rId41"/>
    <p:sldId id="286" r:id="rId42"/>
    <p:sldId id="288" r:id="rId43"/>
    <p:sldId id="294" r:id="rId44"/>
    <p:sldId id="295" r:id="rId4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65DE2A-7D0D-5613-C8D8-54166A356E91}" v="156" dt="2026-10-20T13:32:06.227"/>
    <p1510:client id="{B09A9633-572A-4442-B0E3-5DA5319A3480}" v="2" dt="2026-10-21T06:14:38.941"/>
    <p1510:client id="{EE2D997D-2253-FE39-7B3B-6B3145C5DEC9}" v="10" dt="2026-10-20T11:44:27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van der Goot" userId="S::robv@itu.dk::c29cf4b7-167a-4387-ab41-343c5728be87" providerId="AD" clId="Web-{1CC0BD82-5834-5913-3CF2-857F10A7CE8B}"/>
    <pc:docChg chg="addSld delSld modSld sldOrd">
      <pc:chgData name="Rob van der Goot" userId="S::robv@itu.dk::c29cf4b7-167a-4387-ab41-343c5728be87" providerId="AD" clId="Web-{1CC0BD82-5834-5913-3CF2-857F10A7CE8B}" dt="2026-10-15T11:09:44.840" v="367"/>
      <pc:docMkLst>
        <pc:docMk/>
      </pc:docMkLst>
      <pc:sldChg chg="addSp delSp modSp">
        <pc:chgData name="Rob van der Goot" userId="S::robv@itu.dk::c29cf4b7-167a-4387-ab41-343c5728be87" providerId="AD" clId="Web-{1CC0BD82-5834-5913-3CF2-857F10A7CE8B}" dt="2026-10-15T11:06:27.963" v="349" actId="20577"/>
        <pc:sldMkLst>
          <pc:docMk/>
          <pc:sldMk cId="276461959" sldId="261"/>
        </pc:sldMkLst>
        <pc:spChg chg="mod">
          <ac:chgData name="Rob van der Goot" userId="S::robv@itu.dk::c29cf4b7-167a-4387-ab41-343c5728be87" providerId="AD" clId="Web-{1CC0BD82-5834-5913-3CF2-857F10A7CE8B}" dt="2026-10-15T11:06:27.963" v="349" actId="20577"/>
          <ac:spMkLst>
            <pc:docMk/>
            <pc:sldMk cId="276461959" sldId="261"/>
            <ac:spMk id="3" creationId="{F48C21F8-6417-32EB-4B8B-58EDCF422937}"/>
          </ac:spMkLst>
        </pc:spChg>
        <pc:picChg chg="add mod">
          <ac:chgData name="Rob van der Goot" userId="S::robv@itu.dk::c29cf4b7-167a-4387-ab41-343c5728be87" providerId="AD" clId="Web-{1CC0BD82-5834-5913-3CF2-857F10A7CE8B}" dt="2026-10-15T09:40:21.743" v="127" actId="1076"/>
          <ac:picMkLst>
            <pc:docMk/>
            <pc:sldMk cId="276461959" sldId="261"/>
            <ac:picMk id="4" creationId="{5467345A-4C33-F867-34AB-6C4B4C7E0E33}"/>
          </ac:picMkLst>
        </pc:picChg>
        <pc:picChg chg="add mod">
          <ac:chgData name="Rob van der Goot" userId="S::robv@itu.dk::c29cf4b7-167a-4387-ab41-343c5728be87" providerId="AD" clId="Web-{1CC0BD82-5834-5913-3CF2-857F10A7CE8B}" dt="2026-10-15T09:40:23.024" v="128" actId="1076"/>
          <ac:picMkLst>
            <pc:docMk/>
            <pc:sldMk cId="276461959" sldId="261"/>
            <ac:picMk id="6" creationId="{0698A626-C9D4-68D1-628C-90D15007F10A}"/>
          </ac:picMkLst>
        </pc:picChg>
      </pc:sldChg>
      <pc:sldChg chg="modSp">
        <pc:chgData name="Rob van der Goot" userId="S::robv@itu.dk::c29cf4b7-167a-4387-ab41-343c5728be87" providerId="AD" clId="Web-{1CC0BD82-5834-5913-3CF2-857F10A7CE8B}" dt="2026-10-15T09:44:05.228" v="154" actId="20577"/>
        <pc:sldMkLst>
          <pc:docMk/>
          <pc:sldMk cId="1890324646" sldId="262"/>
        </pc:sldMkLst>
        <pc:spChg chg="mod">
          <ac:chgData name="Rob van der Goot" userId="S::robv@itu.dk::c29cf4b7-167a-4387-ab41-343c5728be87" providerId="AD" clId="Web-{1CC0BD82-5834-5913-3CF2-857F10A7CE8B}" dt="2026-10-15T09:44:05.228" v="154" actId="20577"/>
          <ac:spMkLst>
            <pc:docMk/>
            <pc:sldMk cId="1890324646" sldId="262"/>
            <ac:spMk id="3" creationId="{951A6C8A-3EE6-0202-B759-A435C6AC1A52}"/>
          </ac:spMkLst>
        </pc:spChg>
      </pc:sldChg>
      <pc:sldChg chg="modSp">
        <pc:chgData name="Rob van der Goot" userId="S::robv@itu.dk::c29cf4b7-167a-4387-ab41-343c5728be87" providerId="AD" clId="Web-{1CC0BD82-5834-5913-3CF2-857F10A7CE8B}" dt="2026-10-15T11:08:48.417" v="361" actId="20577"/>
        <pc:sldMkLst>
          <pc:docMk/>
          <pc:sldMk cId="1553908120" sldId="266"/>
        </pc:sldMkLst>
        <pc:spChg chg="mod">
          <ac:chgData name="Rob van der Goot" userId="S::robv@itu.dk::c29cf4b7-167a-4387-ab41-343c5728be87" providerId="AD" clId="Web-{1CC0BD82-5834-5913-3CF2-857F10A7CE8B}" dt="2026-10-15T11:08:34.699" v="359" actId="20577"/>
          <ac:spMkLst>
            <pc:docMk/>
            <pc:sldMk cId="1553908120" sldId="266"/>
            <ac:spMk id="2" creationId="{DB2A42EC-B4B5-7097-7528-4026EDD3444A}"/>
          </ac:spMkLst>
        </pc:spChg>
        <pc:spChg chg="mod">
          <ac:chgData name="Rob van der Goot" userId="S::robv@itu.dk::c29cf4b7-167a-4387-ab41-343c5728be87" providerId="AD" clId="Web-{1CC0BD82-5834-5913-3CF2-857F10A7CE8B}" dt="2026-10-15T11:08:48.417" v="361" actId="20577"/>
          <ac:spMkLst>
            <pc:docMk/>
            <pc:sldMk cId="1553908120" sldId="266"/>
            <ac:spMk id="3" creationId="{E7B44D8C-73DB-93E7-DFE7-CA368DFB34B9}"/>
          </ac:spMkLst>
        </pc:spChg>
      </pc:sldChg>
      <pc:sldChg chg="modSp">
        <pc:chgData name="Rob van der Goot" userId="S::robv@itu.dk::c29cf4b7-167a-4387-ab41-343c5728be87" providerId="AD" clId="Web-{1CC0BD82-5834-5913-3CF2-857F10A7CE8B}" dt="2026-10-15T09:59:48.151" v="332" actId="20577"/>
        <pc:sldMkLst>
          <pc:docMk/>
          <pc:sldMk cId="4052479600" sldId="272"/>
        </pc:sldMkLst>
        <pc:spChg chg="mod">
          <ac:chgData name="Rob van der Goot" userId="S::robv@itu.dk::c29cf4b7-167a-4387-ab41-343c5728be87" providerId="AD" clId="Web-{1CC0BD82-5834-5913-3CF2-857F10A7CE8B}" dt="2026-10-15T09:59:25.493" v="322" actId="20577"/>
          <ac:spMkLst>
            <pc:docMk/>
            <pc:sldMk cId="4052479600" sldId="272"/>
            <ac:spMk id="2" creationId="{248A18AA-5848-CFAF-CDB2-674047D6A028}"/>
          </ac:spMkLst>
        </pc:spChg>
        <pc:spChg chg="mod">
          <ac:chgData name="Rob van der Goot" userId="S::robv@itu.dk::c29cf4b7-167a-4387-ab41-343c5728be87" providerId="AD" clId="Web-{1CC0BD82-5834-5913-3CF2-857F10A7CE8B}" dt="2026-10-15T09:59:48.151" v="332" actId="20577"/>
          <ac:spMkLst>
            <pc:docMk/>
            <pc:sldMk cId="4052479600" sldId="272"/>
            <ac:spMk id="3" creationId="{993FFF33-C5A9-9E7A-DF01-DA23C182D86F}"/>
          </ac:spMkLst>
        </pc:spChg>
      </pc:sldChg>
      <pc:sldChg chg="modSp">
        <pc:chgData name="Rob van der Goot" userId="S::robv@itu.dk::c29cf4b7-167a-4387-ab41-343c5728be87" providerId="AD" clId="Web-{1CC0BD82-5834-5913-3CF2-857F10A7CE8B}" dt="2026-10-15T09:51:11.851" v="190" actId="20577"/>
        <pc:sldMkLst>
          <pc:docMk/>
          <pc:sldMk cId="62444929" sldId="278"/>
        </pc:sldMkLst>
        <pc:spChg chg="mod">
          <ac:chgData name="Rob van der Goot" userId="S::robv@itu.dk::c29cf4b7-167a-4387-ab41-343c5728be87" providerId="AD" clId="Web-{1CC0BD82-5834-5913-3CF2-857F10A7CE8B}" dt="2026-10-15T09:51:11.851" v="190" actId="20577"/>
          <ac:spMkLst>
            <pc:docMk/>
            <pc:sldMk cId="62444929" sldId="278"/>
            <ac:spMk id="2" creationId="{082B503D-08E2-D707-F2C7-CE157B2BBB7A}"/>
          </ac:spMkLst>
        </pc:spChg>
      </pc:sldChg>
      <pc:sldChg chg="modSp">
        <pc:chgData name="Rob van der Goot" userId="S::robv@itu.dk::c29cf4b7-167a-4387-ab41-343c5728be87" providerId="AD" clId="Web-{1CC0BD82-5834-5913-3CF2-857F10A7CE8B}" dt="2026-10-15T09:46:24.599" v="176" actId="20577"/>
        <pc:sldMkLst>
          <pc:docMk/>
          <pc:sldMk cId="3132018587" sldId="286"/>
        </pc:sldMkLst>
        <pc:spChg chg="mod">
          <ac:chgData name="Rob van der Goot" userId="S::robv@itu.dk::c29cf4b7-167a-4387-ab41-343c5728be87" providerId="AD" clId="Web-{1CC0BD82-5834-5913-3CF2-857F10A7CE8B}" dt="2026-10-15T09:46:24.599" v="176" actId="20577"/>
          <ac:spMkLst>
            <pc:docMk/>
            <pc:sldMk cId="3132018587" sldId="286"/>
            <ac:spMk id="3" creationId="{52FADF94-00D0-3694-4750-F98A0725F8D7}"/>
          </ac:spMkLst>
        </pc:spChg>
      </pc:sldChg>
      <pc:sldChg chg="modSp">
        <pc:chgData name="Rob van der Goot" userId="S::robv@itu.dk::c29cf4b7-167a-4387-ab41-343c5728be87" providerId="AD" clId="Web-{1CC0BD82-5834-5913-3CF2-857F10A7CE8B}" dt="2026-10-15T09:46:36.928" v="178" actId="20577"/>
        <pc:sldMkLst>
          <pc:docMk/>
          <pc:sldMk cId="2641423910" sldId="294"/>
        </pc:sldMkLst>
        <pc:spChg chg="mod">
          <ac:chgData name="Rob van der Goot" userId="S::robv@itu.dk::c29cf4b7-167a-4387-ab41-343c5728be87" providerId="AD" clId="Web-{1CC0BD82-5834-5913-3CF2-857F10A7CE8B}" dt="2026-10-15T09:46:36.928" v="178" actId="20577"/>
          <ac:spMkLst>
            <pc:docMk/>
            <pc:sldMk cId="2641423910" sldId="294"/>
            <ac:spMk id="2" creationId="{11DB97F4-5389-F6FE-25AD-55A7980E35D9}"/>
          </ac:spMkLst>
        </pc:spChg>
      </pc:sldChg>
      <pc:sldChg chg="addSp modSp new ord">
        <pc:chgData name="Rob van der Goot" userId="S::robv@itu.dk::c29cf4b7-167a-4387-ab41-343c5728be87" providerId="AD" clId="Web-{1CC0BD82-5834-5913-3CF2-857F10A7CE8B}" dt="2026-10-15T09:56:05.729" v="235"/>
        <pc:sldMkLst>
          <pc:docMk/>
          <pc:sldMk cId="1949852738" sldId="296"/>
        </pc:sldMkLst>
        <pc:spChg chg="mod">
          <ac:chgData name="Rob van der Goot" userId="S::robv@itu.dk::c29cf4b7-167a-4387-ab41-343c5728be87" providerId="AD" clId="Web-{1CC0BD82-5834-5913-3CF2-857F10A7CE8B}" dt="2026-10-15T09:55:53.509" v="233" actId="20577"/>
          <ac:spMkLst>
            <pc:docMk/>
            <pc:sldMk cId="1949852738" sldId="296"/>
            <ac:spMk id="2" creationId="{88C7CF57-74E8-2108-D55B-17D15658D9EC}"/>
          </ac:spMkLst>
        </pc:spChg>
        <pc:spChg chg="mod">
          <ac:chgData name="Rob van der Goot" userId="S::robv@itu.dk::c29cf4b7-167a-4387-ab41-343c5728be87" providerId="AD" clId="Web-{1CC0BD82-5834-5913-3CF2-857F10A7CE8B}" dt="2026-10-15T09:37:48.185" v="85" actId="20577"/>
          <ac:spMkLst>
            <pc:docMk/>
            <pc:sldMk cId="1949852738" sldId="296"/>
            <ac:spMk id="3" creationId="{E13C7194-8622-5E22-D91A-8E6918E64A48}"/>
          </ac:spMkLst>
        </pc:spChg>
        <pc:picChg chg="add">
          <ac:chgData name="Rob van der Goot" userId="S::robv@itu.dk::c29cf4b7-167a-4387-ab41-343c5728be87" providerId="AD" clId="Web-{1CC0BD82-5834-5913-3CF2-857F10A7CE8B}" dt="2026-10-15T09:56:05.729" v="235"/>
          <ac:picMkLst>
            <pc:docMk/>
            <pc:sldMk cId="1949852738" sldId="296"/>
            <ac:picMk id="5" creationId="{642A0309-2AC4-06EF-FB74-7F67C11CB04D}"/>
          </ac:picMkLst>
        </pc:picChg>
      </pc:sldChg>
      <pc:sldChg chg="addSp modSp add replId">
        <pc:chgData name="Rob van der Goot" userId="S::robv@itu.dk::c29cf4b7-167a-4387-ab41-343c5728be87" providerId="AD" clId="Web-{1CC0BD82-5834-5913-3CF2-857F10A7CE8B}" dt="2026-10-15T09:56:03.166" v="234" actId="20577"/>
        <pc:sldMkLst>
          <pc:docMk/>
          <pc:sldMk cId="4209255132" sldId="297"/>
        </pc:sldMkLst>
        <pc:spChg chg="mod">
          <ac:chgData name="Rob van der Goot" userId="S::robv@itu.dk::c29cf4b7-167a-4387-ab41-343c5728be87" providerId="AD" clId="Web-{1CC0BD82-5834-5913-3CF2-857F10A7CE8B}" dt="2026-10-15T09:56:03.166" v="234" actId="20577"/>
          <ac:spMkLst>
            <pc:docMk/>
            <pc:sldMk cId="4209255132" sldId="297"/>
            <ac:spMk id="2" creationId="{F5EA81F8-4A6D-6DC0-4D37-090C83BE58BB}"/>
          </ac:spMkLst>
        </pc:spChg>
        <pc:spChg chg="mod">
          <ac:chgData name="Rob van der Goot" userId="S::robv@itu.dk::c29cf4b7-167a-4387-ab41-343c5728be87" providerId="AD" clId="Web-{1CC0BD82-5834-5913-3CF2-857F10A7CE8B}" dt="2026-10-15T09:38:38.954" v="118" actId="20577"/>
          <ac:spMkLst>
            <pc:docMk/>
            <pc:sldMk cId="4209255132" sldId="297"/>
            <ac:spMk id="3" creationId="{C2DC6A79-ACB8-E082-E5F0-604570D071E1}"/>
          </ac:spMkLst>
        </pc:spChg>
      </pc:sldChg>
      <pc:sldChg chg="modSp new">
        <pc:chgData name="Rob van der Goot" userId="S::robv@itu.dk::c29cf4b7-167a-4387-ab41-343c5728be87" providerId="AD" clId="Web-{1CC0BD82-5834-5913-3CF2-857F10A7CE8B}" dt="2026-10-15T11:07:55.604" v="350" actId="20577"/>
        <pc:sldMkLst>
          <pc:docMk/>
          <pc:sldMk cId="3070011409" sldId="298"/>
        </pc:sldMkLst>
        <pc:spChg chg="mod">
          <ac:chgData name="Rob van der Goot" userId="S::robv@itu.dk::c29cf4b7-167a-4387-ab41-343c5728be87" providerId="AD" clId="Web-{1CC0BD82-5834-5913-3CF2-857F10A7CE8B}" dt="2026-10-15T11:07:55.604" v="350" actId="20577"/>
          <ac:spMkLst>
            <pc:docMk/>
            <pc:sldMk cId="3070011409" sldId="298"/>
            <ac:spMk id="3" creationId="{3F1D63C0-DB4D-6AC8-3A67-2403066CD055}"/>
          </ac:spMkLst>
        </pc:spChg>
      </pc:sldChg>
      <pc:sldChg chg="addSp modSp new">
        <pc:chgData name="Rob van der Goot" userId="S::robv@itu.dk::c29cf4b7-167a-4387-ab41-343c5728be87" providerId="AD" clId="Web-{1CC0BD82-5834-5913-3CF2-857F10A7CE8B}" dt="2026-10-15T11:05:17.134" v="335" actId="14100"/>
        <pc:sldMkLst>
          <pc:docMk/>
          <pc:sldMk cId="3811487531" sldId="299"/>
        </pc:sldMkLst>
        <pc:spChg chg="mod">
          <ac:chgData name="Rob van der Goot" userId="S::robv@itu.dk::c29cf4b7-167a-4387-ab41-343c5728be87" providerId="AD" clId="Web-{1CC0BD82-5834-5913-3CF2-857F10A7CE8B}" dt="2026-10-15T09:51:50.666" v="194" actId="20577"/>
          <ac:spMkLst>
            <pc:docMk/>
            <pc:sldMk cId="3811487531" sldId="299"/>
            <ac:spMk id="2" creationId="{0BF4FCF7-3FE1-B9C5-132E-6B50EDFE09AC}"/>
          </ac:spMkLst>
        </pc:spChg>
        <pc:spChg chg="mod">
          <ac:chgData name="Rob van der Goot" userId="S::robv@itu.dk::c29cf4b7-167a-4387-ab41-343c5728be87" providerId="AD" clId="Web-{1CC0BD82-5834-5913-3CF2-857F10A7CE8B}" dt="2026-10-15T09:53:18.437" v="217" actId="20577"/>
          <ac:spMkLst>
            <pc:docMk/>
            <pc:sldMk cId="3811487531" sldId="299"/>
            <ac:spMk id="3" creationId="{0B0A5049-6AC4-B696-EFCD-B0D24E9083DF}"/>
          </ac:spMkLst>
        </pc:spChg>
        <pc:picChg chg="add mod">
          <ac:chgData name="Rob van der Goot" userId="S::robv@itu.dk::c29cf4b7-167a-4387-ab41-343c5728be87" providerId="AD" clId="Web-{1CC0BD82-5834-5913-3CF2-857F10A7CE8B}" dt="2026-10-15T11:05:17.134" v="335" actId="14100"/>
          <ac:picMkLst>
            <pc:docMk/>
            <pc:sldMk cId="3811487531" sldId="299"/>
            <ac:picMk id="4" creationId="{E73B51FF-349D-D0DC-FE7E-F1DD7DA68169}"/>
          </ac:picMkLst>
        </pc:picChg>
      </pc:sldChg>
      <pc:sldChg chg="modSp new">
        <pc:chgData name="Rob van der Goot" userId="S::robv@itu.dk::c29cf4b7-167a-4387-ab41-343c5728be87" providerId="AD" clId="Web-{1CC0BD82-5834-5913-3CF2-857F10A7CE8B}" dt="2026-10-15T11:05:48.103" v="345" actId="20577"/>
        <pc:sldMkLst>
          <pc:docMk/>
          <pc:sldMk cId="117906377" sldId="300"/>
        </pc:sldMkLst>
        <pc:spChg chg="mod">
          <ac:chgData name="Rob van der Goot" userId="S::robv@itu.dk::c29cf4b7-167a-4387-ab41-343c5728be87" providerId="AD" clId="Web-{1CC0BD82-5834-5913-3CF2-857F10A7CE8B}" dt="2026-10-15T09:56:12.433" v="237" actId="20577"/>
          <ac:spMkLst>
            <pc:docMk/>
            <pc:sldMk cId="117906377" sldId="300"/>
            <ac:spMk id="2" creationId="{AB5D6DDF-7A08-523B-BAED-7DAE1AFCF15A}"/>
          </ac:spMkLst>
        </pc:spChg>
        <pc:spChg chg="mod">
          <ac:chgData name="Rob van der Goot" userId="S::robv@itu.dk::c29cf4b7-167a-4387-ab41-343c5728be87" providerId="AD" clId="Web-{1CC0BD82-5834-5913-3CF2-857F10A7CE8B}" dt="2026-10-15T11:05:48.103" v="345" actId="20577"/>
          <ac:spMkLst>
            <pc:docMk/>
            <pc:sldMk cId="117906377" sldId="300"/>
            <ac:spMk id="3" creationId="{B41B6C91-12E1-DB85-2A66-3DE12203BE7B}"/>
          </ac:spMkLst>
        </pc:spChg>
      </pc:sldChg>
      <pc:sldChg chg="addSp modSp add replId">
        <pc:chgData name="Rob van der Goot" userId="S::robv@itu.dk::c29cf4b7-167a-4387-ab41-343c5728be87" providerId="AD" clId="Web-{1CC0BD82-5834-5913-3CF2-857F10A7CE8B}" dt="2026-10-15T10:00:17.388" v="334"/>
        <pc:sldMkLst>
          <pc:docMk/>
          <pc:sldMk cId="644013806" sldId="301"/>
        </pc:sldMkLst>
      </pc:sldChg>
      <pc:sldChg chg="add replId">
        <pc:chgData name="Rob van der Goot" userId="S::robv@itu.dk::c29cf4b7-167a-4387-ab41-343c5728be87" providerId="AD" clId="Web-{1CC0BD82-5834-5913-3CF2-857F10A7CE8B}" dt="2026-10-15T11:08:45.746" v="360"/>
        <pc:sldMkLst>
          <pc:docMk/>
          <pc:sldMk cId="3835603969" sldId="302"/>
        </pc:sldMkLst>
      </pc:sldChg>
      <pc:sldChg chg="addSp modSp add replId">
        <pc:chgData name="Rob van der Goot" userId="S::robv@itu.dk::c29cf4b7-167a-4387-ab41-343c5728be87" providerId="AD" clId="Web-{1CC0BD82-5834-5913-3CF2-857F10A7CE8B}" dt="2026-10-15T11:09:42.168" v="365" actId="1076"/>
        <pc:sldMkLst>
          <pc:docMk/>
          <pc:sldMk cId="2089159439" sldId="303"/>
        </pc:sldMkLst>
        <pc:spChg chg="add mod">
          <ac:chgData name="Rob van der Goot" userId="S::robv@itu.dk::c29cf4b7-167a-4387-ab41-343c5728be87" providerId="AD" clId="Web-{1CC0BD82-5834-5913-3CF2-857F10A7CE8B}" dt="2026-10-15T11:09:42.168" v="365" actId="1076"/>
          <ac:spMkLst>
            <pc:docMk/>
            <pc:sldMk cId="2089159439" sldId="303"/>
            <ac:spMk id="5" creationId="{0BFFA7F0-3B61-4884-B55F-09668E650505}"/>
          </ac:spMkLst>
        </pc:spChg>
      </pc:sldChg>
    </pc:docChg>
  </pc:docChgLst>
  <pc:docChgLst>
    <pc:chgData name="Rob van der Goot" userId="S::robv@itu.dk::c29cf4b7-167a-4387-ab41-343c5728be87" providerId="AD" clId="Web-{3465DE2A-7D0D-5613-C8D8-54166A356E91}"/>
    <pc:docChg chg="addSld delSld modSld modMainMaster">
      <pc:chgData name="Rob van der Goot" userId="S::robv@itu.dk::c29cf4b7-167a-4387-ab41-343c5728be87" providerId="AD" clId="Web-{3465DE2A-7D0D-5613-C8D8-54166A356E91}" dt="2026-10-20T13:32:06.227" v="155"/>
      <pc:docMkLst>
        <pc:docMk/>
      </pc:docMkLst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09857222" sldId="256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09857222" sldId="256"/>
            <ac:spMk id="4" creationId="{16BB750E-86B7-F3FD-7267-744588F9D7C3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276461959" sldId="261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276461959" sldId="261"/>
            <ac:spMk id="7" creationId="{04E617F8-7500-3E44-FE91-36FB4F1FC146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890324646" sldId="262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890324646" sldId="262"/>
            <ac:spMk id="4" creationId="{50B20A0F-BF31-C465-8BDB-6533A8CC7805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69971581" sldId="263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69971581" sldId="263"/>
            <ac:spMk id="4" creationId="{9F693D75-E6B8-C417-D463-87BF61B97C56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4118879755" sldId="264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4118879755" sldId="264"/>
            <ac:spMk id="4" creationId="{03E6C345-8641-5B0C-EC2D-C5E5CB39FA1B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832096861" sldId="265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832096861" sldId="265"/>
            <ac:spMk id="4" creationId="{8C7E3414-3A4E-3B56-C4FA-55DFB4F826D5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553908120" sldId="266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553908120" sldId="266"/>
            <ac:spMk id="4" creationId="{9F6A0E0F-99E7-CCDD-0A92-6458C982528D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320853426" sldId="267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320853426" sldId="267"/>
            <ac:spMk id="4" creationId="{DFB6284A-B780-0ECB-FEC6-B11CF51688AA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850689736" sldId="268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850689736" sldId="268"/>
            <ac:spMk id="3" creationId="{A64FE9E3-BAEC-A63C-3187-3F6F1AED9F96}"/>
          </ac:spMkLst>
        </pc:spChg>
      </pc:sldChg>
      <pc:sldChg chg="addSp modSp del">
        <pc:chgData name="Rob van der Goot" userId="S::robv@itu.dk::c29cf4b7-167a-4387-ab41-343c5728be87" providerId="AD" clId="Web-{3465DE2A-7D0D-5613-C8D8-54166A356E91}" dt="2026-10-20T13:32:01.946" v="153"/>
        <pc:sldMkLst>
          <pc:docMk/>
          <pc:sldMk cId="608311152" sldId="270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608311152" sldId="270"/>
            <ac:spMk id="3" creationId="{68D64660-D53D-4EB2-65A2-FE9CF0329B59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538033266" sldId="271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538033266" sldId="271"/>
            <ac:spMk id="3" creationId="{392D6034-97A0-E5AE-050A-5BD472C4CAFB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4052479600" sldId="272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4052479600" sldId="272"/>
            <ac:spMk id="4" creationId="{41962F6B-2588-CE6E-9C23-40F70C73FB16}"/>
          </ac:spMkLst>
        </pc:spChg>
      </pc:sldChg>
      <pc:sldChg chg="addSp delSp modSp">
        <pc:chgData name="Rob van der Goot" userId="S::robv@itu.dk::c29cf4b7-167a-4387-ab41-343c5728be87" providerId="AD" clId="Web-{3465DE2A-7D0D-5613-C8D8-54166A356E91}" dt="2026-10-20T13:24:25.959" v="103"/>
        <pc:sldMkLst>
          <pc:docMk/>
          <pc:sldMk cId="1072589749" sldId="273"/>
        </pc:sldMkLst>
        <pc:spChg chg="del">
          <ac:chgData name="Rob van der Goot" userId="S::robv@itu.dk::c29cf4b7-167a-4387-ab41-343c5728be87" providerId="AD" clId="Web-{3465DE2A-7D0D-5613-C8D8-54166A356E91}" dt="2026-10-20T13:24:25.959" v="103"/>
          <ac:spMkLst>
            <pc:docMk/>
            <pc:sldMk cId="1072589749" sldId="273"/>
            <ac:spMk id="3" creationId="{EB424FE8-60BF-2C41-B371-494A76F599CB}"/>
          </ac:spMkLst>
        </pc:spChg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072589749" sldId="273"/>
            <ac:spMk id="8" creationId="{2CA29D1D-6566-555B-6A14-459F2D7E24C1}"/>
          </ac:spMkLst>
        </pc:spChg>
        <pc:spChg chg="add del mod">
          <ac:chgData name="Rob van der Goot" userId="S::robv@itu.dk::c29cf4b7-167a-4387-ab41-343c5728be87" providerId="AD" clId="Web-{3465DE2A-7D0D-5613-C8D8-54166A356E91}" dt="2026-10-20T13:23:57.115" v="100"/>
          <ac:spMkLst>
            <pc:docMk/>
            <pc:sldMk cId="1072589749" sldId="273"/>
            <ac:spMk id="10" creationId="{BC847C52-399F-0962-971E-62D88459533B}"/>
          </ac:spMkLst>
        </pc:spChg>
        <pc:picChg chg="del">
          <ac:chgData name="Rob van der Goot" userId="S::robv@itu.dk::c29cf4b7-167a-4387-ab41-343c5728be87" providerId="AD" clId="Web-{3465DE2A-7D0D-5613-C8D8-54166A356E91}" dt="2026-10-20T13:23:53.647" v="99"/>
          <ac:picMkLst>
            <pc:docMk/>
            <pc:sldMk cId="1072589749" sldId="273"/>
            <ac:picMk id="4" creationId="{B32FA9EF-5381-1106-21A1-87630E8680CC}"/>
          </ac:picMkLst>
        </pc:picChg>
        <pc:picChg chg="add mod ord">
          <ac:chgData name="Rob van der Goot" userId="S::robv@itu.dk::c29cf4b7-167a-4387-ab41-343c5728be87" providerId="AD" clId="Web-{3465DE2A-7D0D-5613-C8D8-54166A356E91}" dt="2026-10-20T13:24:05.615" v="102" actId="1076"/>
          <ac:picMkLst>
            <pc:docMk/>
            <pc:sldMk cId="1072589749" sldId="273"/>
            <ac:picMk id="11" creationId="{3DF49E23-F92C-54E1-F72B-0C9B5D898618}"/>
          </ac:picMkLst>
        </pc:picChg>
      </pc:sldChg>
      <pc:sldChg chg="addSp delSp modSp">
        <pc:chgData name="Rob van der Goot" userId="S::robv@itu.dk::c29cf4b7-167a-4387-ab41-343c5728be87" providerId="AD" clId="Web-{3465DE2A-7D0D-5613-C8D8-54166A356E91}" dt="2026-10-20T13:26:05.850" v="115"/>
        <pc:sldMkLst>
          <pc:docMk/>
          <pc:sldMk cId="3837579611" sldId="274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837579611" sldId="274"/>
            <ac:spMk id="3" creationId="{645EB346-05AD-22C9-464F-0E70FD9BB899}"/>
          </ac:spMkLst>
        </pc:spChg>
        <pc:spChg chg="add del mod">
          <ac:chgData name="Rob van der Goot" userId="S::robv@itu.dk::c29cf4b7-167a-4387-ab41-343c5728be87" providerId="AD" clId="Web-{3465DE2A-7D0D-5613-C8D8-54166A356E91}" dt="2026-10-20T13:26:05.850" v="115"/>
          <ac:spMkLst>
            <pc:docMk/>
            <pc:sldMk cId="3837579611" sldId="274"/>
            <ac:spMk id="11" creationId="{7436B95D-52E7-A4D8-1BDA-ADEA1B30D0F9}"/>
          </ac:spMkLst>
        </pc:spChg>
        <pc:picChg chg="del">
          <ac:chgData name="Rob van der Goot" userId="S::robv@itu.dk::c29cf4b7-167a-4387-ab41-343c5728be87" providerId="AD" clId="Web-{3465DE2A-7D0D-5613-C8D8-54166A356E91}" dt="2026-10-20T13:26:01.585" v="114"/>
          <ac:picMkLst>
            <pc:docMk/>
            <pc:sldMk cId="3837579611" sldId="274"/>
            <ac:picMk id="4" creationId="{CBF97A4C-61D0-C955-FDAE-EA932FD9A6A7}"/>
          </ac:picMkLst>
        </pc:picChg>
        <pc:picChg chg="add mod ord">
          <ac:chgData name="Rob van der Goot" userId="S::robv@itu.dk::c29cf4b7-167a-4387-ab41-343c5728be87" providerId="AD" clId="Web-{3465DE2A-7D0D-5613-C8D8-54166A356E91}" dt="2026-10-20T13:26:05.850" v="115"/>
          <ac:picMkLst>
            <pc:docMk/>
            <pc:sldMk cId="3837579611" sldId="274"/>
            <ac:picMk id="12" creationId="{FC650F62-A607-7A11-A85A-DD5FBE42CFF0}"/>
          </ac:picMkLst>
        </pc:picChg>
      </pc:sldChg>
      <pc:sldChg chg="addSp delSp modSp">
        <pc:chgData name="Rob van der Goot" userId="S::robv@itu.dk::c29cf4b7-167a-4387-ab41-343c5728be87" providerId="AD" clId="Web-{3465DE2A-7D0D-5613-C8D8-54166A356E91}" dt="2026-10-20T13:25:54.585" v="113" actId="1076"/>
        <pc:sldMkLst>
          <pc:docMk/>
          <pc:sldMk cId="1317662961" sldId="275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317662961" sldId="275"/>
            <ac:spMk id="3" creationId="{A0C648EF-EE5E-7146-C5DB-06F4C3982B28}"/>
          </ac:spMkLst>
        </pc:spChg>
        <pc:spChg chg="mod">
          <ac:chgData name="Rob van der Goot" userId="S::robv@itu.dk::c29cf4b7-167a-4387-ab41-343c5728be87" providerId="AD" clId="Web-{3465DE2A-7D0D-5613-C8D8-54166A356E91}" dt="2026-10-20T13:25:54.585" v="113" actId="1076"/>
          <ac:spMkLst>
            <pc:docMk/>
            <pc:sldMk cId="1317662961" sldId="275"/>
            <ac:spMk id="5" creationId="{591C5319-3544-A93F-127A-FD2D54CA1519}"/>
          </ac:spMkLst>
        </pc:spChg>
        <pc:spChg chg="del">
          <ac:chgData name="Rob van der Goot" userId="S::robv@itu.dk::c29cf4b7-167a-4387-ab41-343c5728be87" providerId="AD" clId="Web-{3465DE2A-7D0D-5613-C8D8-54166A356E91}" dt="2026-10-20T13:24:44.069" v="107"/>
          <ac:spMkLst>
            <pc:docMk/>
            <pc:sldMk cId="1317662961" sldId="275"/>
            <ac:spMk id="6" creationId="{D3D4FAA7-A19E-D35C-60EC-6BE10A8EBB72}"/>
          </ac:spMkLst>
        </pc:spChg>
        <pc:spChg chg="del">
          <ac:chgData name="Rob van der Goot" userId="S::robv@itu.dk::c29cf4b7-167a-4387-ab41-343c5728be87" providerId="AD" clId="Web-{3465DE2A-7D0D-5613-C8D8-54166A356E91}" dt="2026-10-20T13:24:45.819" v="108"/>
          <ac:spMkLst>
            <pc:docMk/>
            <pc:sldMk cId="1317662961" sldId="275"/>
            <ac:spMk id="8" creationId="{D7B2CC63-130D-A35F-A026-C79D78CBA0DF}"/>
          </ac:spMkLst>
        </pc:spChg>
        <pc:spChg chg="del">
          <ac:chgData name="Rob van der Goot" userId="S::robv@itu.dk::c29cf4b7-167a-4387-ab41-343c5728be87" providerId="AD" clId="Web-{3465DE2A-7D0D-5613-C8D8-54166A356E91}" dt="2026-10-20T13:24:48.053" v="109"/>
          <ac:spMkLst>
            <pc:docMk/>
            <pc:sldMk cId="1317662961" sldId="275"/>
            <ac:spMk id="9" creationId="{AFCFD5F5-B011-A3FD-2154-0D154D500D20}"/>
          </ac:spMkLst>
        </pc:spChg>
        <pc:spChg chg="add del mod">
          <ac:chgData name="Rob van der Goot" userId="S::robv@itu.dk::c29cf4b7-167a-4387-ab41-343c5728be87" providerId="AD" clId="Web-{3465DE2A-7D0D-5613-C8D8-54166A356E91}" dt="2026-10-20T13:24:37.178" v="105"/>
          <ac:spMkLst>
            <pc:docMk/>
            <pc:sldMk cId="1317662961" sldId="275"/>
            <ac:spMk id="11" creationId="{F10B2296-7035-9B31-1F7A-5B2495789D2F}"/>
          </ac:spMkLst>
        </pc:spChg>
        <pc:spChg chg="add del mod">
          <ac:chgData name="Rob van der Goot" userId="S::robv@itu.dk::c29cf4b7-167a-4387-ab41-343c5728be87" providerId="AD" clId="Web-{3465DE2A-7D0D-5613-C8D8-54166A356E91}" dt="2026-10-20T13:25:47.585" v="111"/>
          <ac:spMkLst>
            <pc:docMk/>
            <pc:sldMk cId="1317662961" sldId="275"/>
            <ac:spMk id="14" creationId="{514F6EB8-EA57-CA50-EA0A-92E2D32DBA72}"/>
          </ac:spMkLst>
        </pc:spChg>
        <pc:picChg chg="del">
          <ac:chgData name="Rob van der Goot" userId="S::robv@itu.dk::c29cf4b7-167a-4387-ab41-343c5728be87" providerId="AD" clId="Web-{3465DE2A-7D0D-5613-C8D8-54166A356E91}" dt="2026-10-20T13:24:33.397" v="104"/>
          <ac:picMkLst>
            <pc:docMk/>
            <pc:sldMk cId="1317662961" sldId="275"/>
            <ac:picMk id="4" creationId="{22E8CE80-CCFE-AA21-C0F7-6CB786C68855}"/>
          </ac:picMkLst>
        </pc:picChg>
        <pc:picChg chg="add del mod ord">
          <ac:chgData name="Rob van der Goot" userId="S::robv@itu.dk::c29cf4b7-167a-4387-ab41-343c5728be87" providerId="AD" clId="Web-{3465DE2A-7D0D-5613-C8D8-54166A356E91}" dt="2026-10-20T13:25:44.288" v="110"/>
          <ac:picMkLst>
            <pc:docMk/>
            <pc:sldMk cId="1317662961" sldId="275"/>
            <ac:picMk id="12" creationId="{4F26F4CB-A345-C1AD-9C8F-3136CE9DF6A0}"/>
          </ac:picMkLst>
        </pc:picChg>
        <pc:picChg chg="add mod ord">
          <ac:chgData name="Rob van der Goot" userId="S::robv@itu.dk::c29cf4b7-167a-4387-ab41-343c5728be87" providerId="AD" clId="Web-{3465DE2A-7D0D-5613-C8D8-54166A356E91}" dt="2026-10-20T13:25:50.397" v="112"/>
          <ac:picMkLst>
            <pc:docMk/>
            <pc:sldMk cId="1317662961" sldId="275"/>
            <ac:picMk id="15" creationId="{DE96F09C-2F2E-8980-E3A2-274F0EE0C08F}"/>
          </ac:picMkLst>
        </pc:picChg>
      </pc:sldChg>
      <pc:sldChg chg="addSp delSp modSp">
        <pc:chgData name="Rob van der Goot" userId="S::robv@itu.dk::c29cf4b7-167a-4387-ab41-343c5728be87" providerId="AD" clId="Web-{3465DE2A-7D0D-5613-C8D8-54166A356E91}" dt="2026-10-20T13:23:47.678" v="98" actId="1076"/>
        <pc:sldMkLst>
          <pc:docMk/>
          <pc:sldMk cId="3033943576" sldId="276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033943576" sldId="276"/>
            <ac:spMk id="3" creationId="{F84567EC-C899-E8A4-EDF3-EF00E258D0D8}"/>
          </ac:spMkLst>
        </pc:spChg>
        <pc:spChg chg="add mod">
          <ac:chgData name="Rob van der Goot" userId="S::robv@itu.dk::c29cf4b7-167a-4387-ab41-343c5728be87" providerId="AD" clId="Web-{3465DE2A-7D0D-5613-C8D8-54166A356E91}" dt="2026-10-20T13:23:47.678" v="98" actId="1076"/>
          <ac:spMkLst>
            <pc:docMk/>
            <pc:sldMk cId="3033943576" sldId="276"/>
            <ac:spMk id="6" creationId="{56C717FF-1501-57D1-DD0D-2662C228DAFD}"/>
          </ac:spMkLst>
        </pc:spChg>
        <pc:spChg chg="add del mod">
          <ac:chgData name="Rob van der Goot" userId="S::robv@itu.dk::c29cf4b7-167a-4387-ab41-343c5728be87" providerId="AD" clId="Web-{3465DE2A-7D0D-5613-C8D8-54166A356E91}" dt="2026-10-20T13:23:32.521" v="95"/>
          <ac:spMkLst>
            <pc:docMk/>
            <pc:sldMk cId="3033943576" sldId="276"/>
            <ac:spMk id="9" creationId="{E1C9FF4B-C500-BB15-AC84-A70956E378B7}"/>
          </ac:spMkLst>
        </pc:spChg>
        <pc:picChg chg="del">
          <ac:chgData name="Rob van der Goot" userId="S::robv@itu.dk::c29cf4b7-167a-4387-ab41-343c5728be87" providerId="AD" clId="Web-{3465DE2A-7D0D-5613-C8D8-54166A356E91}" dt="2026-10-20T13:23:28.725" v="94"/>
          <ac:picMkLst>
            <pc:docMk/>
            <pc:sldMk cId="3033943576" sldId="276"/>
            <ac:picMk id="4" creationId="{2B7553AD-7C21-FDAE-37F5-4DC0FE60F73C}"/>
          </ac:picMkLst>
        </pc:picChg>
        <pc:picChg chg="add mod ord">
          <ac:chgData name="Rob van der Goot" userId="S::robv@itu.dk::c29cf4b7-167a-4387-ab41-343c5728be87" providerId="AD" clId="Web-{3465DE2A-7D0D-5613-C8D8-54166A356E91}" dt="2026-10-20T13:23:43.021" v="97" actId="1076"/>
          <ac:picMkLst>
            <pc:docMk/>
            <pc:sldMk cId="3033943576" sldId="276"/>
            <ac:picMk id="10" creationId="{DC0BE3C0-80AC-D271-ACDC-711BDFBF00DD}"/>
          </ac:picMkLst>
        </pc:pic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213233643" sldId="277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213233643" sldId="277"/>
            <ac:spMk id="4" creationId="{DA1CAA35-D0FF-2FAB-0722-C6CDC3255657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62444929" sldId="278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62444929" sldId="278"/>
            <ac:spMk id="4" creationId="{E438809F-463A-75C2-9B2F-1943019656B9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2255900869" sldId="280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2255900869" sldId="280"/>
            <ac:spMk id="3" creationId="{317CA50B-32D0-83D5-50A1-22778BF269F2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516352899" sldId="281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516352899" sldId="281"/>
            <ac:spMk id="4" creationId="{6B5BEF36-2D5B-497B-1DDC-E2D129E14843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2255825245" sldId="282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2255825245" sldId="282"/>
            <ac:spMk id="3" creationId="{356F198F-D110-969F-66CF-0ACD0DFC40A6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434439604" sldId="283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434439604" sldId="283"/>
            <ac:spMk id="3" creationId="{0860D644-D3CF-6F27-598E-0AF4FEC78111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132018587" sldId="286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132018587" sldId="286"/>
            <ac:spMk id="4" creationId="{D8BD47DC-E8B0-5D6A-0627-8076B7B356F4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676985551" sldId="287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676985551" sldId="287"/>
            <ac:spMk id="5" creationId="{182CCDA7-A8CB-DBEB-F51F-0A39DD8104A1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6:41.191" v="93" actId="20577"/>
        <pc:sldMkLst>
          <pc:docMk/>
          <pc:sldMk cId="55318882" sldId="288"/>
        </pc:sldMkLst>
        <pc:spChg chg="mod">
          <ac:chgData name="Rob van der Goot" userId="S::robv@itu.dk::c29cf4b7-167a-4387-ab41-343c5728be87" providerId="AD" clId="Web-{3465DE2A-7D0D-5613-C8D8-54166A356E91}" dt="2026-10-20T13:16:41.191" v="93" actId="20577"/>
          <ac:spMkLst>
            <pc:docMk/>
            <pc:sldMk cId="55318882" sldId="288"/>
            <ac:spMk id="3" creationId="{4513D24C-A5DD-710B-285C-7485DFB303FC}"/>
          </ac:spMkLst>
        </pc:spChg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55318882" sldId="288"/>
            <ac:spMk id="4" creationId="{919415A1-1FF4-F1C4-8A7D-F4CE7D2129F6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697229860" sldId="289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697229860" sldId="289"/>
            <ac:spMk id="4" creationId="{0FFA110F-8576-7FEF-87A7-D7663F36CAE7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020605615" sldId="290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020605615" sldId="290"/>
            <ac:spMk id="4" creationId="{45282471-A443-F4A4-1883-432885332D48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850095933" sldId="292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850095933" sldId="292"/>
            <ac:spMk id="3" creationId="{FFA0BBC9-0E72-E265-7E3C-D951506A274C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2641423910" sldId="294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2641423910" sldId="294"/>
            <ac:spMk id="3" creationId="{FF8439CB-6D62-AB46-44E1-A7D7D539DDEC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2020649177" sldId="295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2020649177" sldId="295"/>
            <ac:spMk id="3" creationId="{A6F4329B-80A4-8B0C-0A4C-0706D457F502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949852738" sldId="296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949852738" sldId="296"/>
            <ac:spMk id="6" creationId="{B7923253-52FC-5024-DE30-6266EFCB6A61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4209255132" sldId="297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4209255132" sldId="297"/>
            <ac:spMk id="4" creationId="{38F0F496-DCDC-10CA-E2C8-D976416EED49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070011409" sldId="298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070011409" sldId="298"/>
            <ac:spMk id="4" creationId="{91B5CF75-6382-377D-4F9D-0AD304F1775F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811487531" sldId="299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811487531" sldId="299"/>
            <ac:spMk id="5" creationId="{603AD281-8E0A-6E7C-40E4-92D320982D75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17906377" sldId="300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17906377" sldId="300"/>
            <ac:spMk id="4" creationId="{7F92A5BB-37AA-E409-C3DC-96C0B7DD0172}"/>
          </ac:spMkLst>
        </pc:spChg>
      </pc:sldChg>
      <pc:sldChg chg="addSp delSp modSp">
        <pc:chgData name="Rob van der Goot" userId="S::robv@itu.dk::c29cf4b7-167a-4387-ab41-343c5728be87" providerId="AD" clId="Web-{3465DE2A-7D0D-5613-C8D8-54166A356E91}" dt="2026-10-20T13:32:06.227" v="155"/>
        <pc:sldMkLst>
          <pc:docMk/>
          <pc:sldMk cId="644013806" sldId="301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644013806" sldId="301"/>
            <ac:spMk id="3" creationId="{598466E5-8F02-25A4-849A-785C7F724284}"/>
          </ac:spMkLst>
        </pc:spChg>
        <pc:spChg chg="del">
          <ac:chgData name="Rob van der Goot" userId="S::robv@itu.dk::c29cf4b7-167a-4387-ab41-343c5728be87" providerId="AD" clId="Web-{3465DE2A-7D0D-5613-C8D8-54166A356E91}" dt="2026-10-20T13:32:04.680" v="154"/>
          <ac:spMkLst>
            <pc:docMk/>
            <pc:sldMk cId="644013806" sldId="301"/>
            <ac:spMk id="7" creationId="{208F7342-CF3C-F3E4-A91A-A45E425C90D6}"/>
          </ac:spMkLst>
        </pc:spChg>
        <pc:spChg chg="add del mod">
          <ac:chgData name="Rob van der Goot" userId="S::robv@itu.dk::c29cf4b7-167a-4387-ab41-343c5728be87" providerId="AD" clId="Web-{3465DE2A-7D0D-5613-C8D8-54166A356E91}" dt="2026-10-20T13:31:01.696" v="132"/>
          <ac:spMkLst>
            <pc:docMk/>
            <pc:sldMk cId="644013806" sldId="301"/>
            <ac:spMk id="8" creationId="{8A1527B6-0618-753C-9D71-B619AE8DE4DD}"/>
          </ac:spMkLst>
        </pc:spChg>
        <pc:graphicFrameChg chg="del mod modGraphic">
          <ac:chgData name="Rob van der Goot" userId="S::robv@itu.dk::c29cf4b7-167a-4387-ab41-343c5728be87" providerId="AD" clId="Web-{3465DE2A-7D0D-5613-C8D8-54166A356E91}" dt="2026-10-20T13:30:59.461" v="131"/>
          <ac:graphicFrameMkLst>
            <pc:docMk/>
            <pc:sldMk cId="644013806" sldId="301"/>
            <ac:graphicFrameMk id="4" creationId="{56F73C20-DC2B-6057-9979-1131AF686309}"/>
          </ac:graphicFrameMkLst>
        </pc:graphicFrameChg>
        <pc:graphicFrameChg chg="del mod modGraphic">
          <ac:chgData name="Rob van der Goot" userId="S::robv@itu.dk::c29cf4b7-167a-4387-ab41-343c5728be87" providerId="AD" clId="Web-{3465DE2A-7D0D-5613-C8D8-54166A356E91}" dt="2026-10-20T13:31:28.446" v="146"/>
          <ac:graphicFrameMkLst>
            <pc:docMk/>
            <pc:sldMk cId="644013806" sldId="301"/>
            <ac:graphicFrameMk id="5" creationId="{69C115D4-4669-277D-0E48-56EAFACA0D3E}"/>
          </ac:graphicFrameMkLst>
        </pc:graphicFrameChg>
        <pc:picChg chg="add mod ord">
          <ac:chgData name="Rob van der Goot" userId="S::robv@itu.dk::c29cf4b7-167a-4387-ab41-343c5728be87" providerId="AD" clId="Web-{3465DE2A-7D0D-5613-C8D8-54166A356E91}" dt="2026-10-20T13:31:46.805" v="151" actId="1076"/>
          <ac:picMkLst>
            <pc:docMk/>
            <pc:sldMk cId="644013806" sldId="301"/>
            <ac:picMk id="9" creationId="{926165DE-37A9-E682-9949-FD862B406913}"/>
          </ac:picMkLst>
        </pc:picChg>
        <pc:picChg chg="add del mod">
          <ac:chgData name="Rob van der Goot" userId="S::robv@itu.dk::c29cf4b7-167a-4387-ab41-343c5728be87" providerId="AD" clId="Web-{3465DE2A-7D0D-5613-C8D8-54166A356E91}" dt="2026-10-20T13:32:06.227" v="155"/>
          <ac:picMkLst>
            <pc:docMk/>
            <pc:sldMk cId="644013806" sldId="301"/>
            <ac:picMk id="10" creationId="{1AE799D8-0B79-CAF5-9C6B-851C687A7411}"/>
          </ac:picMkLst>
        </pc:pic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835603969" sldId="302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835603969" sldId="302"/>
            <ac:spMk id="4" creationId="{B3827A0E-F825-D0D3-BC0D-E766BB0AFD3B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2089159439" sldId="303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2089159439" sldId="303"/>
            <ac:spMk id="4" creationId="{7C3D2C55-1D4E-B810-F2AA-320974F657A6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1583841526" sldId="304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1583841526" sldId="304"/>
            <ac:spMk id="7" creationId="{B0B9F5DB-46F7-91B0-1511-29628836A116}"/>
          </ac:spMkLst>
        </pc:spChg>
      </pc:sldChg>
      <pc:sldChg chg="addSp modSp">
        <pc:chgData name="Rob van der Goot" userId="S::robv@itu.dk::c29cf4b7-167a-4387-ab41-343c5728be87" providerId="AD" clId="Web-{3465DE2A-7D0D-5613-C8D8-54166A356E91}" dt="2026-10-20T13:12:18.737" v="20"/>
        <pc:sldMkLst>
          <pc:docMk/>
          <pc:sldMk cId="3010904592" sldId="305"/>
        </pc:sldMkLst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3010904592" sldId="305"/>
            <ac:spMk id="4" creationId="{36BB3253-AE70-7892-F3DA-F0EF34BD6BB1}"/>
          </ac:spMkLst>
        </pc:spChg>
      </pc:sldChg>
      <pc:sldChg chg="addSp delSp modSp">
        <pc:chgData name="Rob van der Goot" userId="S::robv@itu.dk::c29cf4b7-167a-4387-ab41-343c5728be87" providerId="AD" clId="Web-{3465DE2A-7D0D-5613-C8D8-54166A356E91}" dt="2026-10-20T13:26:40.132" v="124" actId="1076"/>
        <pc:sldMkLst>
          <pc:docMk/>
          <pc:sldMk cId="4140062258" sldId="306"/>
        </pc:sldMkLst>
        <pc:spChg chg="mod">
          <ac:chgData name="Rob van der Goot" userId="S::robv@itu.dk::c29cf4b7-167a-4387-ab41-343c5728be87" providerId="AD" clId="Web-{3465DE2A-7D0D-5613-C8D8-54166A356E91}" dt="2026-10-20T13:26:40.132" v="124" actId="1076"/>
          <ac:spMkLst>
            <pc:docMk/>
            <pc:sldMk cId="4140062258" sldId="306"/>
            <ac:spMk id="3" creationId="{97A7EEDF-40A8-51A8-B126-CBADA285B167}"/>
          </ac:spMkLst>
        </pc:spChg>
        <pc:spChg chg="del">
          <ac:chgData name="Rob van der Goot" userId="S::robv@itu.dk::c29cf4b7-167a-4387-ab41-343c5728be87" providerId="AD" clId="Web-{3465DE2A-7D0D-5613-C8D8-54166A356E91}" dt="2026-10-20T13:26:23.366" v="121"/>
          <ac:spMkLst>
            <pc:docMk/>
            <pc:sldMk cId="4140062258" sldId="306"/>
            <ac:spMk id="5" creationId="{32F764DD-941A-7FC8-5890-ABB969383947}"/>
          </ac:spMkLst>
        </pc:spChg>
        <pc:spChg chg="del">
          <ac:chgData name="Rob van der Goot" userId="S::robv@itu.dk::c29cf4b7-167a-4387-ab41-343c5728be87" providerId="AD" clId="Web-{3465DE2A-7D0D-5613-C8D8-54166A356E91}" dt="2026-10-20T13:26:26.116" v="122"/>
          <ac:spMkLst>
            <pc:docMk/>
            <pc:sldMk cId="4140062258" sldId="306"/>
            <ac:spMk id="7" creationId="{5FDD5047-0906-663C-2037-CECD8023545D}"/>
          </ac:spMkLst>
        </pc:spChg>
        <pc:spChg chg="del">
          <ac:chgData name="Rob van der Goot" userId="S::robv@itu.dk::c29cf4b7-167a-4387-ab41-343c5728be87" providerId="AD" clId="Web-{3465DE2A-7D0D-5613-C8D8-54166A356E91}" dt="2026-10-20T13:26:19.975" v="119"/>
          <ac:spMkLst>
            <pc:docMk/>
            <pc:sldMk cId="4140062258" sldId="306"/>
            <ac:spMk id="8" creationId="{934B0ECF-2129-EDCA-BEB9-1715AC59ECBC}"/>
          </ac:spMkLst>
        </pc:spChg>
        <pc:spChg chg="del">
          <ac:chgData name="Rob van der Goot" userId="S::robv@itu.dk::c29cf4b7-167a-4387-ab41-343c5728be87" providerId="AD" clId="Web-{3465DE2A-7D0D-5613-C8D8-54166A356E91}" dt="2026-10-20T13:26:21.491" v="120"/>
          <ac:spMkLst>
            <pc:docMk/>
            <pc:sldMk cId="4140062258" sldId="306"/>
            <ac:spMk id="9" creationId="{F8FE60D5-2A01-43B3-E13E-EE05F26FB2B9}"/>
          </ac:spMkLst>
        </pc:spChg>
        <pc:spChg chg="add mod">
          <ac:chgData name="Rob van der Goot" userId="S::robv@itu.dk::c29cf4b7-167a-4387-ab41-343c5728be87" providerId="AD" clId="Web-{3465DE2A-7D0D-5613-C8D8-54166A356E91}" dt="2026-10-20T13:12:18.737" v="20"/>
          <ac:spMkLst>
            <pc:docMk/>
            <pc:sldMk cId="4140062258" sldId="306"/>
            <ac:spMk id="11" creationId="{5B59A672-DA5C-6112-19AA-D7C870EB9082}"/>
          </ac:spMkLst>
        </pc:spChg>
        <pc:spChg chg="add del mod">
          <ac:chgData name="Rob van der Goot" userId="S::robv@itu.dk::c29cf4b7-167a-4387-ab41-343c5728be87" providerId="AD" clId="Web-{3465DE2A-7D0D-5613-C8D8-54166A356E91}" dt="2026-10-20T13:26:13.788" v="117"/>
          <ac:spMkLst>
            <pc:docMk/>
            <pc:sldMk cId="4140062258" sldId="306"/>
            <ac:spMk id="13" creationId="{DE6C85DD-D72A-EB96-0815-60BFB7B5E49C}"/>
          </ac:spMkLst>
        </pc:spChg>
        <pc:picChg chg="del">
          <ac:chgData name="Rob van der Goot" userId="S::robv@itu.dk::c29cf4b7-167a-4387-ab41-343c5728be87" providerId="AD" clId="Web-{3465DE2A-7D0D-5613-C8D8-54166A356E91}" dt="2026-10-20T13:26:11.038" v="116"/>
          <ac:picMkLst>
            <pc:docMk/>
            <pc:sldMk cId="4140062258" sldId="306"/>
            <ac:picMk id="4" creationId="{ACD6ABD5-7803-8C3E-9853-F645E2FEE550}"/>
          </ac:picMkLst>
        </pc:picChg>
        <pc:picChg chg="add mod ord">
          <ac:chgData name="Rob van der Goot" userId="S::robv@itu.dk::c29cf4b7-167a-4387-ab41-343c5728be87" providerId="AD" clId="Web-{3465DE2A-7D0D-5613-C8D8-54166A356E91}" dt="2026-10-20T13:26:32.257" v="123" actId="1076"/>
          <ac:picMkLst>
            <pc:docMk/>
            <pc:sldMk cId="4140062258" sldId="306"/>
            <ac:picMk id="14" creationId="{E52E80DB-25D6-69D3-8384-8C35D7F09BA2}"/>
          </ac:picMkLst>
        </pc:picChg>
      </pc:sldChg>
      <pc:sldChg chg="addSp modSp add replId">
        <pc:chgData name="Rob van der Goot" userId="S::robv@itu.dk::c29cf4b7-167a-4387-ab41-343c5728be87" providerId="AD" clId="Web-{3465DE2A-7D0D-5613-C8D8-54166A356E91}" dt="2026-10-20T13:12:13.534" v="19"/>
        <pc:sldMkLst>
          <pc:docMk/>
          <pc:sldMk cId="4263015541" sldId="307"/>
        </pc:sldMkLst>
        <pc:spChg chg="mod">
          <ac:chgData name="Rob van der Goot" userId="S::robv@itu.dk::c29cf4b7-167a-4387-ab41-343c5728be87" providerId="AD" clId="Web-{3465DE2A-7D0D-5613-C8D8-54166A356E91}" dt="2026-10-20T13:11:59.112" v="18" actId="20577"/>
          <ac:spMkLst>
            <pc:docMk/>
            <pc:sldMk cId="4263015541" sldId="307"/>
            <ac:spMk id="3" creationId="{FB0DA25D-78B3-B6C4-5665-A6287A7C6715}"/>
          </ac:spMkLst>
        </pc:spChg>
        <pc:spChg chg="add mod">
          <ac:chgData name="Rob van der Goot" userId="S::robv@itu.dk::c29cf4b7-167a-4387-ab41-343c5728be87" providerId="AD" clId="Web-{3465DE2A-7D0D-5613-C8D8-54166A356E91}" dt="2026-10-20T13:12:13.534" v="19"/>
          <ac:spMkLst>
            <pc:docMk/>
            <pc:sldMk cId="4263015541" sldId="307"/>
            <ac:spMk id="4" creationId="{9BF4289D-694F-251B-8D9F-3C6DB18E7B2A}"/>
          </ac:spMkLst>
        </pc:spChg>
      </pc:sldChg>
      <pc:sldChg chg="modSp new">
        <pc:chgData name="Rob van der Goot" userId="S::robv@itu.dk::c29cf4b7-167a-4387-ab41-343c5728be87" providerId="AD" clId="Web-{3465DE2A-7D0D-5613-C8D8-54166A356E91}" dt="2026-10-20T13:14:52.472" v="44" actId="20577"/>
        <pc:sldMkLst>
          <pc:docMk/>
          <pc:sldMk cId="945767844" sldId="308"/>
        </pc:sldMkLst>
        <pc:spChg chg="mod">
          <ac:chgData name="Rob van der Goot" userId="S::robv@itu.dk::c29cf4b7-167a-4387-ab41-343c5728be87" providerId="AD" clId="Web-{3465DE2A-7D0D-5613-C8D8-54166A356E91}" dt="2026-10-20T13:14:36.253" v="36" actId="20577"/>
          <ac:spMkLst>
            <pc:docMk/>
            <pc:sldMk cId="945767844" sldId="308"/>
            <ac:spMk id="2" creationId="{3D83E500-E2B3-1413-759D-3317D679C5D8}"/>
          </ac:spMkLst>
        </pc:spChg>
        <pc:spChg chg="mod">
          <ac:chgData name="Rob van der Goot" userId="S::robv@itu.dk::c29cf4b7-167a-4387-ab41-343c5728be87" providerId="AD" clId="Web-{3465DE2A-7D0D-5613-C8D8-54166A356E91}" dt="2026-10-20T13:14:52.472" v="44" actId="20577"/>
          <ac:spMkLst>
            <pc:docMk/>
            <pc:sldMk cId="945767844" sldId="308"/>
            <ac:spMk id="3" creationId="{BCC93968-DFB2-8254-F561-FE88EA44FDE8}"/>
          </ac:spMkLst>
        </pc:spChg>
      </pc:sldChg>
      <pc:sldChg chg="add replId">
        <pc:chgData name="Rob van der Goot" userId="S::robv@itu.dk::c29cf4b7-167a-4387-ab41-343c5728be87" providerId="AD" clId="Web-{3465DE2A-7D0D-5613-C8D8-54166A356E91}" dt="2026-10-20T13:14:44.659" v="37"/>
        <pc:sldMkLst>
          <pc:docMk/>
          <pc:sldMk cId="1539260607" sldId="309"/>
        </pc:sldMkLst>
      </pc:sldChg>
      <pc:sldChg chg="modSp new">
        <pc:chgData name="Rob van der Goot" userId="S::robv@itu.dk::c29cf4b7-167a-4387-ab41-343c5728be87" providerId="AD" clId="Web-{3465DE2A-7D0D-5613-C8D8-54166A356E91}" dt="2026-10-20T13:15:26.503" v="80" actId="20577"/>
        <pc:sldMkLst>
          <pc:docMk/>
          <pc:sldMk cId="1390888319" sldId="310"/>
        </pc:sldMkLst>
        <pc:spChg chg="mod">
          <ac:chgData name="Rob van der Goot" userId="S::robv@itu.dk::c29cf4b7-167a-4387-ab41-343c5728be87" providerId="AD" clId="Web-{3465DE2A-7D0D-5613-C8D8-54166A356E91}" dt="2026-10-20T13:15:03.347" v="57" actId="20577"/>
          <ac:spMkLst>
            <pc:docMk/>
            <pc:sldMk cId="1390888319" sldId="310"/>
            <ac:spMk id="2" creationId="{B5363D97-4116-BBEB-3715-1A7B2404CD90}"/>
          </ac:spMkLst>
        </pc:spChg>
        <pc:spChg chg="mod">
          <ac:chgData name="Rob van der Goot" userId="S::robv@itu.dk::c29cf4b7-167a-4387-ab41-343c5728be87" providerId="AD" clId="Web-{3465DE2A-7D0D-5613-C8D8-54166A356E91}" dt="2026-10-20T13:15:26.503" v="80" actId="20577"/>
          <ac:spMkLst>
            <pc:docMk/>
            <pc:sldMk cId="1390888319" sldId="310"/>
            <ac:spMk id="3" creationId="{DD58DF41-CE88-C4CA-123C-0F86431FD112}"/>
          </ac:spMkLst>
        </pc:spChg>
      </pc:sldChg>
      <pc:sldChg chg="add del replId">
        <pc:chgData name="Rob van der Goot" userId="S::robv@itu.dk::c29cf4b7-167a-4387-ab41-343c5728be87" providerId="AD" clId="Web-{3465DE2A-7D0D-5613-C8D8-54166A356E91}" dt="2026-10-20T13:14:57.738" v="46"/>
        <pc:sldMkLst>
          <pc:docMk/>
          <pc:sldMk cId="4202109322" sldId="310"/>
        </pc:sldMkLst>
      </pc:sldChg>
      <pc:sldChg chg="modSp add replId">
        <pc:chgData name="Rob van der Goot" userId="S::robv@itu.dk::c29cf4b7-167a-4387-ab41-343c5728be87" providerId="AD" clId="Web-{3465DE2A-7D0D-5613-C8D8-54166A356E91}" dt="2026-10-20T13:15:44.691" v="82" actId="20577"/>
        <pc:sldMkLst>
          <pc:docMk/>
          <pc:sldMk cId="4212934590" sldId="311"/>
        </pc:sldMkLst>
        <pc:spChg chg="mod">
          <ac:chgData name="Rob van der Goot" userId="S::robv@itu.dk::c29cf4b7-167a-4387-ab41-343c5728be87" providerId="AD" clId="Web-{3465DE2A-7D0D-5613-C8D8-54166A356E91}" dt="2026-10-20T13:15:44.691" v="82" actId="20577"/>
          <ac:spMkLst>
            <pc:docMk/>
            <pc:sldMk cId="4212934590" sldId="311"/>
            <ac:spMk id="3" creationId="{21663798-B176-FAF9-A6A5-18938EE3032C}"/>
          </ac:spMkLst>
        </pc:spChg>
      </pc:sldChg>
      <pc:sldChg chg="add replId">
        <pc:chgData name="Rob van der Goot" userId="S::robv@itu.dk::c29cf4b7-167a-4387-ab41-343c5728be87" providerId="AD" clId="Web-{3465DE2A-7D0D-5613-C8D8-54166A356E91}" dt="2026-10-20T13:31:59.430" v="152"/>
        <pc:sldMkLst>
          <pc:docMk/>
          <pc:sldMk cId="1501023784" sldId="312"/>
        </pc:sldMkLst>
      </pc:sldChg>
      <pc:sldMasterChg chg="mod modSldLayout">
        <pc:chgData name="Rob van der Goot" userId="S::robv@itu.dk::c29cf4b7-167a-4387-ab41-343c5728be87" providerId="AD" clId="Web-{3465DE2A-7D0D-5613-C8D8-54166A356E91}" dt="2026-10-20T13:12:19.971" v="21"/>
        <pc:sldMasterMkLst>
          <pc:docMk/>
          <pc:sldMasterMk cId="2460954070" sldId="2147483660"/>
        </pc:sldMasterMkLst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Rob van der Goot" userId="S::robv@itu.dk::c29cf4b7-167a-4387-ab41-343c5728be87" providerId="AD" clId="Web-{3465DE2A-7D0D-5613-C8D8-54166A356E91}" dt="2026-10-20T13:12:19.971" v="2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Rob van der Goot" userId="S::robv@itu.dk::c29cf4b7-167a-4387-ab41-343c5728be87" providerId="AD" clId="Web-{A0E301D8-9F98-F1A5-BC1F-E160B60EFFAF}"/>
    <pc:docChg chg="addSld delSld modSld sldOrd">
      <pc:chgData name="Rob van der Goot" userId="S::robv@itu.dk::c29cf4b7-167a-4387-ab41-343c5728be87" providerId="AD" clId="Web-{A0E301D8-9F98-F1A5-BC1F-E160B60EFFAF}" dt="2026-10-16T14:05:08.923" v="154" actId="20577"/>
      <pc:docMkLst>
        <pc:docMk/>
      </pc:docMkLst>
      <pc:sldChg chg="modSp">
        <pc:chgData name="Rob van der Goot" userId="S::robv@itu.dk::c29cf4b7-167a-4387-ab41-343c5728be87" providerId="AD" clId="Web-{A0E301D8-9F98-F1A5-BC1F-E160B60EFFAF}" dt="2026-10-16T11:05:27.824" v="2" actId="20577"/>
        <pc:sldMkLst>
          <pc:docMk/>
          <pc:sldMk cId="109857222" sldId="256"/>
        </pc:sldMkLst>
        <pc:spChg chg="mod">
          <ac:chgData name="Rob van der Goot" userId="S::robv@itu.dk::c29cf4b7-167a-4387-ab41-343c5728be87" providerId="AD" clId="Web-{A0E301D8-9F98-F1A5-BC1F-E160B60EFFAF}" dt="2026-10-16T11:05:27.824" v="2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modSp">
        <pc:chgData name="Rob van der Goot" userId="S::robv@itu.dk::c29cf4b7-167a-4387-ab41-343c5728be87" providerId="AD" clId="Web-{A0E301D8-9F98-F1A5-BC1F-E160B60EFFAF}" dt="2026-10-16T13:56:00.921" v="9" actId="1076"/>
        <pc:sldMkLst>
          <pc:docMk/>
          <pc:sldMk cId="276461959" sldId="261"/>
        </pc:sldMkLst>
        <pc:spChg chg="mod">
          <ac:chgData name="Rob van der Goot" userId="S::robv@itu.dk::c29cf4b7-167a-4387-ab41-343c5728be87" providerId="AD" clId="Web-{A0E301D8-9F98-F1A5-BC1F-E160B60EFFAF}" dt="2026-10-16T13:55:56.718" v="8" actId="20577"/>
          <ac:spMkLst>
            <pc:docMk/>
            <pc:sldMk cId="276461959" sldId="261"/>
            <ac:spMk id="3" creationId="{F48C21F8-6417-32EB-4B8B-58EDCF422937}"/>
          </ac:spMkLst>
        </pc:spChg>
        <pc:picChg chg="add mod">
          <ac:chgData name="Rob van der Goot" userId="S::robv@itu.dk::c29cf4b7-167a-4387-ab41-343c5728be87" providerId="AD" clId="Web-{A0E301D8-9F98-F1A5-BC1F-E160B60EFFAF}" dt="2026-10-16T13:56:00.921" v="9" actId="1076"/>
          <ac:picMkLst>
            <pc:docMk/>
            <pc:sldMk cId="276461959" sldId="261"/>
            <ac:picMk id="5" creationId="{3CC63740-7A87-F1B6-1DDA-7E82246C647D}"/>
          </ac:picMkLst>
        </pc:picChg>
      </pc:sldChg>
      <pc:sldChg chg="modSp">
        <pc:chgData name="Rob van der Goot" userId="S::robv@itu.dk::c29cf4b7-167a-4387-ab41-343c5728be87" providerId="AD" clId="Web-{A0E301D8-9F98-F1A5-BC1F-E160B60EFFAF}" dt="2026-10-16T13:57:33.171" v="45" actId="20577"/>
        <pc:sldMkLst>
          <pc:docMk/>
          <pc:sldMk cId="1890324646" sldId="262"/>
        </pc:sldMkLst>
        <pc:spChg chg="mod">
          <ac:chgData name="Rob van der Goot" userId="S::robv@itu.dk::c29cf4b7-167a-4387-ab41-343c5728be87" providerId="AD" clId="Web-{A0E301D8-9F98-F1A5-BC1F-E160B60EFFAF}" dt="2026-10-16T13:57:33.171" v="45" actId="20577"/>
          <ac:spMkLst>
            <pc:docMk/>
            <pc:sldMk cId="1890324646" sldId="262"/>
            <ac:spMk id="3" creationId="{951A6C8A-3EE6-0202-B759-A435C6AC1A52}"/>
          </ac:spMkLst>
        </pc:spChg>
      </pc:sldChg>
      <pc:sldChg chg="modSp">
        <pc:chgData name="Rob van der Goot" userId="S::robv@itu.dk::c29cf4b7-167a-4387-ab41-343c5728be87" providerId="AD" clId="Web-{A0E301D8-9F98-F1A5-BC1F-E160B60EFFAF}" dt="2026-10-16T13:58:16.750" v="47" actId="20577"/>
        <pc:sldMkLst>
          <pc:docMk/>
          <pc:sldMk cId="69971581" sldId="263"/>
        </pc:sldMkLst>
        <pc:spChg chg="mod">
          <ac:chgData name="Rob van der Goot" userId="S::robv@itu.dk::c29cf4b7-167a-4387-ab41-343c5728be87" providerId="AD" clId="Web-{A0E301D8-9F98-F1A5-BC1F-E160B60EFFAF}" dt="2026-10-16T13:58:16.750" v="47" actId="20577"/>
          <ac:spMkLst>
            <pc:docMk/>
            <pc:sldMk cId="69971581" sldId="263"/>
            <ac:spMk id="2" creationId="{381596D7-3ED7-C6E0-2689-F4DEB023561E}"/>
          </ac:spMkLst>
        </pc:spChg>
      </pc:sldChg>
      <pc:sldChg chg="modSp">
        <pc:chgData name="Rob van der Goot" userId="S::robv@itu.dk::c29cf4b7-167a-4387-ab41-343c5728be87" providerId="AD" clId="Web-{A0E301D8-9F98-F1A5-BC1F-E160B60EFFAF}" dt="2026-10-16T13:58:21.047" v="48" actId="20577"/>
        <pc:sldMkLst>
          <pc:docMk/>
          <pc:sldMk cId="832096861" sldId="265"/>
        </pc:sldMkLst>
        <pc:spChg chg="mod">
          <ac:chgData name="Rob van der Goot" userId="S::robv@itu.dk::c29cf4b7-167a-4387-ab41-343c5728be87" providerId="AD" clId="Web-{A0E301D8-9F98-F1A5-BC1F-E160B60EFFAF}" dt="2026-10-16T13:58:21.047" v="48" actId="20577"/>
          <ac:spMkLst>
            <pc:docMk/>
            <pc:sldMk cId="832096861" sldId="265"/>
            <ac:spMk id="2" creationId="{A13881E0-B961-CADA-B763-DC1B88819805}"/>
          </ac:spMkLst>
        </pc:spChg>
      </pc:sldChg>
      <pc:sldChg chg="modSp">
        <pc:chgData name="Rob van der Goot" userId="S::robv@itu.dk::c29cf4b7-167a-4387-ab41-343c5728be87" providerId="AD" clId="Web-{A0E301D8-9F98-F1A5-BC1F-E160B60EFFAF}" dt="2026-10-16T13:58:55.625" v="56" actId="20577"/>
        <pc:sldMkLst>
          <pc:docMk/>
          <pc:sldMk cId="4052479600" sldId="272"/>
        </pc:sldMkLst>
        <pc:spChg chg="mod">
          <ac:chgData name="Rob van der Goot" userId="S::robv@itu.dk::c29cf4b7-167a-4387-ab41-343c5728be87" providerId="AD" clId="Web-{A0E301D8-9F98-F1A5-BC1F-E160B60EFFAF}" dt="2026-10-16T13:58:55.625" v="56" actId="20577"/>
          <ac:spMkLst>
            <pc:docMk/>
            <pc:sldMk cId="4052479600" sldId="272"/>
            <ac:spMk id="3" creationId="{993FFF33-C5A9-9E7A-DF01-DA23C182D86F}"/>
          </ac:spMkLst>
        </pc:spChg>
      </pc:sldChg>
      <pc:sldChg chg="addSp modSp">
        <pc:chgData name="Rob van der Goot" userId="S::robv@itu.dk::c29cf4b7-167a-4387-ab41-343c5728be87" providerId="AD" clId="Web-{A0E301D8-9F98-F1A5-BC1F-E160B60EFFAF}" dt="2026-10-16T13:59:55.656" v="64" actId="1076"/>
        <pc:sldMkLst>
          <pc:docMk/>
          <pc:sldMk cId="1072589749" sldId="273"/>
        </pc:sldMkLst>
        <pc:spChg chg="add mod">
          <ac:chgData name="Rob van der Goot" userId="S::robv@itu.dk::c29cf4b7-167a-4387-ab41-343c5728be87" providerId="AD" clId="Web-{A0E301D8-9F98-F1A5-BC1F-E160B60EFFAF}" dt="2026-10-16T13:59:55.656" v="64" actId="1076"/>
          <ac:spMkLst>
            <pc:docMk/>
            <pc:sldMk cId="1072589749" sldId="273"/>
            <ac:spMk id="6" creationId="{56AFAB97-EE71-A517-8D3D-383258BE437C}"/>
          </ac:spMkLst>
        </pc:spChg>
      </pc:sldChg>
      <pc:sldChg chg="addSp modSp">
        <pc:chgData name="Rob van der Goot" userId="S::robv@itu.dk::c29cf4b7-167a-4387-ab41-343c5728be87" providerId="AD" clId="Web-{A0E301D8-9F98-F1A5-BC1F-E160B60EFFAF}" dt="2026-10-16T14:01:52.376" v="88" actId="14100"/>
        <pc:sldMkLst>
          <pc:docMk/>
          <pc:sldMk cId="3837579611" sldId="274"/>
        </pc:sldMkLst>
        <pc:spChg chg="add mod">
          <ac:chgData name="Rob van der Goot" userId="S::robv@itu.dk::c29cf4b7-167a-4387-ab41-343c5728be87" providerId="AD" clId="Web-{A0E301D8-9F98-F1A5-BC1F-E160B60EFFAF}" dt="2026-10-16T14:01:31.172" v="77" actId="14100"/>
          <ac:spMkLst>
            <pc:docMk/>
            <pc:sldMk cId="3837579611" sldId="274"/>
            <ac:spMk id="5" creationId="{6B554ECF-81B7-7628-1111-5E3F504D2DF7}"/>
          </ac:spMkLst>
        </pc:spChg>
        <pc:spChg chg="add mod">
          <ac:chgData name="Rob van der Goot" userId="S::robv@itu.dk::c29cf4b7-167a-4387-ab41-343c5728be87" providerId="AD" clId="Web-{A0E301D8-9F98-F1A5-BC1F-E160B60EFFAF}" dt="2026-10-16T14:01:36.766" v="79" actId="1076"/>
          <ac:spMkLst>
            <pc:docMk/>
            <pc:sldMk cId="3837579611" sldId="274"/>
            <ac:spMk id="6" creationId="{C1862445-E44C-ADB6-BE38-0BCEAD462BDC}"/>
          </ac:spMkLst>
        </pc:spChg>
        <pc:spChg chg="add mod">
          <ac:chgData name="Rob van der Goot" userId="S::robv@itu.dk::c29cf4b7-167a-4387-ab41-343c5728be87" providerId="AD" clId="Web-{A0E301D8-9F98-F1A5-BC1F-E160B60EFFAF}" dt="2026-10-16T14:01:42.438" v="82" actId="14100"/>
          <ac:spMkLst>
            <pc:docMk/>
            <pc:sldMk cId="3837579611" sldId="274"/>
            <ac:spMk id="7" creationId="{E1615129-3E85-3A2F-F515-BC4AFEE4CC01}"/>
          </ac:spMkLst>
        </pc:spChg>
        <pc:spChg chg="add mod">
          <ac:chgData name="Rob van der Goot" userId="S::robv@itu.dk::c29cf4b7-167a-4387-ab41-343c5728be87" providerId="AD" clId="Web-{A0E301D8-9F98-F1A5-BC1F-E160B60EFFAF}" dt="2026-10-16T14:01:47.579" v="85" actId="14100"/>
          <ac:spMkLst>
            <pc:docMk/>
            <pc:sldMk cId="3837579611" sldId="274"/>
            <ac:spMk id="8" creationId="{0442C9ED-3B64-D127-D885-75D31BCD0AC0}"/>
          </ac:spMkLst>
        </pc:spChg>
        <pc:spChg chg="add mod">
          <ac:chgData name="Rob van der Goot" userId="S::robv@itu.dk::c29cf4b7-167a-4387-ab41-343c5728be87" providerId="AD" clId="Web-{A0E301D8-9F98-F1A5-BC1F-E160B60EFFAF}" dt="2026-10-16T14:01:52.376" v="88" actId="14100"/>
          <ac:spMkLst>
            <pc:docMk/>
            <pc:sldMk cId="3837579611" sldId="274"/>
            <ac:spMk id="9" creationId="{42274016-C76A-840A-6EA6-A3959E441878}"/>
          </ac:spMkLst>
        </pc:spChg>
      </pc:sldChg>
      <pc:sldChg chg="addSp modSp">
        <pc:chgData name="Rob van der Goot" userId="S::robv@itu.dk::c29cf4b7-167a-4387-ab41-343c5728be87" providerId="AD" clId="Web-{A0E301D8-9F98-F1A5-BC1F-E160B60EFFAF}" dt="2026-10-16T14:00:51.641" v="73" actId="14100"/>
        <pc:sldMkLst>
          <pc:docMk/>
          <pc:sldMk cId="1317662961" sldId="275"/>
        </pc:sldMkLst>
      </pc:sldChg>
      <pc:sldChg chg="modSp">
        <pc:chgData name="Rob van der Goot" userId="S::robv@itu.dk::c29cf4b7-167a-4387-ab41-343c5728be87" providerId="AD" clId="Web-{A0E301D8-9F98-F1A5-BC1F-E160B60EFFAF}" dt="2026-10-16T14:01:08.641" v="74" actId="14100"/>
        <pc:sldMkLst>
          <pc:docMk/>
          <pc:sldMk cId="3811487531" sldId="299"/>
        </pc:sldMkLst>
        <pc:picChg chg="mod">
          <ac:chgData name="Rob van der Goot" userId="S::robv@itu.dk::c29cf4b7-167a-4387-ab41-343c5728be87" providerId="AD" clId="Web-{A0E301D8-9F98-F1A5-BC1F-E160B60EFFAF}" dt="2026-10-16T14:01:08.641" v="74" actId="14100"/>
          <ac:picMkLst>
            <pc:docMk/>
            <pc:sldMk cId="3811487531" sldId="299"/>
            <ac:picMk id="4" creationId="{E73B51FF-349D-D0DC-FE7E-F1DD7DA68169}"/>
          </ac:picMkLst>
        </pc:picChg>
      </pc:sldChg>
      <pc:sldChg chg="modSp">
        <pc:chgData name="Rob van der Goot" userId="S::robv@itu.dk::c29cf4b7-167a-4387-ab41-343c5728be87" providerId="AD" clId="Web-{A0E301D8-9F98-F1A5-BC1F-E160B60EFFAF}" dt="2026-10-16T12:04:21.526" v="5" actId="20577"/>
        <pc:sldMkLst>
          <pc:docMk/>
          <pc:sldMk cId="117906377" sldId="300"/>
        </pc:sldMkLst>
        <pc:spChg chg="mod">
          <ac:chgData name="Rob van der Goot" userId="S::robv@itu.dk::c29cf4b7-167a-4387-ab41-343c5728be87" providerId="AD" clId="Web-{A0E301D8-9F98-F1A5-BC1F-E160B60EFFAF}" dt="2026-10-16T12:04:21.526" v="5" actId="20577"/>
          <ac:spMkLst>
            <pc:docMk/>
            <pc:sldMk cId="117906377" sldId="300"/>
            <ac:spMk id="3" creationId="{B41B6C91-12E1-DB85-2A66-3DE12203BE7B}"/>
          </ac:spMkLst>
        </pc:spChg>
      </pc:sldChg>
      <pc:sldChg chg="modSp add replId">
        <pc:chgData name="Rob van der Goot" userId="S::robv@itu.dk::c29cf4b7-167a-4387-ab41-343c5728be87" providerId="AD" clId="Web-{A0E301D8-9F98-F1A5-BC1F-E160B60EFFAF}" dt="2026-10-16T13:56:21.640" v="30" actId="20577"/>
        <pc:sldMkLst>
          <pc:docMk/>
          <pc:sldMk cId="1583841526" sldId="304"/>
        </pc:sldMkLst>
        <pc:spChg chg="mod">
          <ac:chgData name="Rob van der Goot" userId="S::robv@itu.dk::c29cf4b7-167a-4387-ab41-343c5728be87" providerId="AD" clId="Web-{A0E301D8-9F98-F1A5-BC1F-E160B60EFFAF}" dt="2026-10-16T13:56:21.640" v="30" actId="20577"/>
          <ac:spMkLst>
            <pc:docMk/>
            <pc:sldMk cId="1583841526" sldId="304"/>
            <ac:spMk id="3" creationId="{48A55F02-DF8F-6853-97E1-2D8B1FAA993E}"/>
          </ac:spMkLst>
        </pc:spChg>
      </pc:sldChg>
      <pc:sldChg chg="modSp add replId">
        <pc:chgData name="Rob van der Goot" userId="S::robv@itu.dk::c29cf4b7-167a-4387-ab41-343c5728be87" providerId="AD" clId="Web-{A0E301D8-9F98-F1A5-BC1F-E160B60EFFAF}" dt="2026-10-16T13:58:53.469" v="55" actId="20577"/>
        <pc:sldMkLst>
          <pc:docMk/>
          <pc:sldMk cId="3010904592" sldId="305"/>
        </pc:sldMkLst>
        <pc:spChg chg="mod">
          <ac:chgData name="Rob van der Goot" userId="S::robv@itu.dk::c29cf4b7-167a-4387-ab41-343c5728be87" providerId="AD" clId="Web-{A0E301D8-9F98-F1A5-BC1F-E160B60EFFAF}" dt="2026-10-16T13:58:53.469" v="55" actId="20577"/>
          <ac:spMkLst>
            <pc:docMk/>
            <pc:sldMk cId="3010904592" sldId="305"/>
            <ac:spMk id="3" creationId="{C9259B40-63EA-F3C2-D98D-F4FAE2383992}"/>
          </ac:spMkLst>
        </pc:spChg>
      </pc:sldChg>
      <pc:sldChg chg="addSp modSp add ord replId">
        <pc:chgData name="Rob van der Goot" userId="S::robv@itu.dk::c29cf4b7-167a-4387-ab41-343c5728be87" providerId="AD" clId="Web-{A0E301D8-9F98-F1A5-BC1F-E160B60EFFAF}" dt="2026-10-16T14:05:08.923" v="154" actId="20577"/>
        <pc:sldMkLst>
          <pc:docMk/>
          <pc:sldMk cId="4140062258" sldId="306"/>
        </pc:sldMkLst>
        <pc:spChg chg="mod">
          <ac:chgData name="Rob van der Goot" userId="S::robv@itu.dk::c29cf4b7-167a-4387-ab41-343c5728be87" providerId="AD" clId="Web-{A0E301D8-9F98-F1A5-BC1F-E160B60EFFAF}" dt="2026-10-16T14:05:08.923" v="154" actId="20577"/>
          <ac:spMkLst>
            <pc:docMk/>
            <pc:sldMk cId="4140062258" sldId="306"/>
            <ac:spMk id="2" creationId="{28EED7C7-BDFD-8F0C-F34B-CC807EEFF815}"/>
          </ac:spMkLst>
        </pc:spChg>
        <pc:spChg chg="add mod">
          <ac:chgData name="Rob van der Goot" userId="S::robv@itu.dk::c29cf4b7-167a-4387-ab41-343c5728be87" providerId="AD" clId="Web-{A0E301D8-9F98-F1A5-BC1F-E160B60EFFAF}" dt="2026-10-16T14:04:37.048" v="127" actId="14100"/>
          <ac:spMkLst>
            <pc:docMk/>
            <pc:sldMk cId="4140062258" sldId="306"/>
            <ac:spMk id="3" creationId="{97A7EEDF-40A8-51A8-B126-CBADA285B167}"/>
          </ac:spMkLst>
        </pc:spChg>
        <pc:spChg chg="add mod">
          <ac:chgData name="Rob van der Goot" userId="S::robv@itu.dk::c29cf4b7-167a-4387-ab41-343c5728be87" providerId="AD" clId="Web-{A0E301D8-9F98-F1A5-BC1F-E160B60EFFAF}" dt="2026-10-16T14:04:53.032" v="131" actId="1076"/>
          <ac:spMkLst>
            <pc:docMk/>
            <pc:sldMk cId="4140062258" sldId="306"/>
            <ac:spMk id="10" creationId="{524D68DE-C49A-C301-5508-169B3652AB98}"/>
          </ac:spMkLst>
        </pc:spChg>
      </pc:sldChg>
    </pc:docChg>
  </pc:docChgLst>
  <pc:docChgLst>
    <pc:chgData name="Rob van der Goot" userId="S::robv@itu.dk::c29cf4b7-167a-4387-ab41-343c5728be87" providerId="AD" clId="Web-{98087AEE-AF38-832B-DAF8-CBC891ABE6FE}"/>
    <pc:docChg chg="modSld">
      <pc:chgData name="Rob van der Goot" userId="S::robv@itu.dk::c29cf4b7-167a-4387-ab41-343c5728be87" providerId="AD" clId="Web-{98087AEE-AF38-832B-DAF8-CBC891ABE6FE}" dt="2026-10-15T17:50:21.735" v="12"/>
      <pc:docMkLst>
        <pc:docMk/>
      </pc:docMkLst>
      <pc:sldChg chg="addSp modSp">
        <pc:chgData name="Rob van der Goot" userId="S::robv@itu.dk::c29cf4b7-167a-4387-ab41-343c5728be87" providerId="AD" clId="Web-{98087AEE-AF38-832B-DAF8-CBC891ABE6FE}" dt="2026-10-15T17:49:11.966" v="9"/>
        <pc:sldMkLst>
          <pc:docMk/>
          <pc:sldMk cId="1949852738" sldId="296"/>
        </pc:sldMkLst>
        <pc:picChg chg="add mod modCrop">
          <ac:chgData name="Rob van der Goot" userId="S::robv@itu.dk::c29cf4b7-167a-4387-ab41-343c5728be87" providerId="AD" clId="Web-{98087AEE-AF38-832B-DAF8-CBC891ABE6FE}" dt="2026-10-15T17:49:05.826" v="7" actId="1076"/>
          <ac:picMkLst>
            <pc:docMk/>
            <pc:sldMk cId="1949852738" sldId="296"/>
            <ac:picMk id="4" creationId="{99C169F7-F9D2-824D-098B-234A99C2EF1F}"/>
          </ac:picMkLst>
        </pc:picChg>
        <pc:picChg chg="mod modCrop">
          <ac:chgData name="Rob van der Goot" userId="S::robv@itu.dk::c29cf4b7-167a-4387-ab41-343c5728be87" providerId="AD" clId="Web-{98087AEE-AF38-832B-DAF8-CBC891ABE6FE}" dt="2026-10-15T17:49:11.966" v="9"/>
          <ac:picMkLst>
            <pc:docMk/>
            <pc:sldMk cId="1949852738" sldId="296"/>
            <ac:picMk id="5" creationId="{642A0309-2AC4-06EF-FB74-7F67C11CB04D}"/>
          </ac:picMkLst>
        </pc:picChg>
      </pc:sldChg>
      <pc:sldChg chg="addSp delSp">
        <pc:chgData name="Rob van der Goot" userId="S::robv@itu.dk::c29cf4b7-167a-4387-ab41-343c5728be87" providerId="AD" clId="Web-{98087AEE-AF38-832B-DAF8-CBC891ABE6FE}" dt="2026-10-15T17:50:21.735" v="12"/>
        <pc:sldMkLst>
          <pc:docMk/>
          <pc:sldMk cId="4209255132" sldId="297"/>
        </pc:sldMkLst>
        <pc:picChg chg="add">
          <ac:chgData name="Rob van der Goot" userId="S::robv@itu.dk::c29cf4b7-167a-4387-ab41-343c5728be87" providerId="AD" clId="Web-{98087AEE-AF38-832B-DAF8-CBC891ABE6FE}" dt="2026-10-15T17:50:21.719" v="11"/>
          <ac:picMkLst>
            <pc:docMk/>
            <pc:sldMk cId="4209255132" sldId="297"/>
            <ac:picMk id="6" creationId="{C0BCBDC3-8B87-00B8-0378-45E4666332C4}"/>
          </ac:picMkLst>
        </pc:picChg>
        <pc:picChg chg="add">
          <ac:chgData name="Rob van der Goot" userId="S::robv@itu.dk::c29cf4b7-167a-4387-ab41-343c5728be87" providerId="AD" clId="Web-{98087AEE-AF38-832B-DAF8-CBC891ABE6FE}" dt="2026-10-15T17:50:21.735" v="12"/>
          <ac:picMkLst>
            <pc:docMk/>
            <pc:sldMk cId="4209255132" sldId="297"/>
            <ac:picMk id="8" creationId="{6DF3E930-E4B1-98CA-AAF1-DDB1B0272436}"/>
          </ac:picMkLst>
        </pc:picChg>
      </pc:sldChg>
    </pc:docChg>
  </pc:docChgLst>
  <pc:docChgLst>
    <pc:chgData name="Rob van der Goot" userId="S::robv@itu.dk::c29cf4b7-167a-4387-ab41-343c5728be87" providerId="AD" clId="Web-{B09A9633-572A-4442-B0E3-5DA5319A3480}"/>
    <pc:docChg chg="delSld">
      <pc:chgData name="Rob van der Goot" userId="S::robv@itu.dk::c29cf4b7-167a-4387-ab41-343c5728be87" providerId="AD" clId="Web-{B09A9633-572A-4442-B0E3-5DA5319A3480}" dt="2026-10-21T06:14:38.941" v="1"/>
      <pc:docMkLst>
        <pc:docMk/>
      </pc:docMkLst>
      <pc:sldChg chg="del">
        <pc:chgData name="Rob van der Goot" userId="S::robv@itu.dk::c29cf4b7-167a-4387-ab41-343c5728be87" providerId="AD" clId="Web-{B09A9633-572A-4442-B0E3-5DA5319A3480}" dt="2026-10-21T06:14:32.925" v="0"/>
        <pc:sldMkLst>
          <pc:docMk/>
          <pc:sldMk cId="4118879755" sldId="264"/>
        </pc:sldMkLst>
      </pc:sldChg>
      <pc:sldChg chg="del">
        <pc:chgData name="Rob van der Goot" userId="S::robv@itu.dk::c29cf4b7-167a-4387-ab41-343c5728be87" providerId="AD" clId="Web-{B09A9633-572A-4442-B0E3-5DA5319A3480}" dt="2026-10-21T06:14:38.941" v="1"/>
        <pc:sldMkLst>
          <pc:docMk/>
          <pc:sldMk cId="538033266" sldId="271"/>
        </pc:sldMkLst>
      </pc:sldChg>
    </pc:docChg>
  </pc:docChgLst>
  <pc:docChgLst>
    <pc:chgData name="Rob van der Goot" userId="S::robv@itu.dk::c29cf4b7-167a-4387-ab41-343c5728be87" providerId="AD" clId="Web-{EE2D997D-2253-FE39-7B3B-6B3145C5DEC9}"/>
    <pc:docChg chg="modSld">
      <pc:chgData name="Rob van der Goot" userId="S::robv@itu.dk::c29cf4b7-167a-4387-ab41-343c5728be87" providerId="AD" clId="Web-{EE2D997D-2253-FE39-7B3B-6B3145C5DEC9}" dt="2026-10-20T11:44:27.680" v="7" actId="20577"/>
      <pc:docMkLst>
        <pc:docMk/>
      </pc:docMkLst>
      <pc:sldChg chg="modSp">
        <pc:chgData name="Rob van der Goot" userId="S::robv@itu.dk::c29cf4b7-167a-4387-ab41-343c5728be87" providerId="AD" clId="Web-{EE2D997D-2253-FE39-7B3B-6B3145C5DEC9}" dt="2026-10-20T11:44:27.680" v="7" actId="20577"/>
        <pc:sldMkLst>
          <pc:docMk/>
          <pc:sldMk cId="109857222" sldId="256"/>
        </pc:sldMkLst>
        <pc:spChg chg="mod">
          <ac:chgData name="Rob van der Goot" userId="S::robv@itu.dk::c29cf4b7-167a-4387-ab41-343c5728be87" providerId="AD" clId="Web-{EE2D997D-2253-FE39-7B3B-6B3145C5DEC9}" dt="2026-10-20T11:44:27.680" v="7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clId="Web-{EE2D997D-2253-FE39-7B3B-6B3145C5DEC9}"/>
    <pc:docChg chg="modSld">
      <pc:chgData name="" userId="" providerId="" clId="Web-{EE2D997D-2253-FE39-7B3B-6B3145C5DEC9}" dt="2026-10-20T11:44:13.540" v="1" actId="20577"/>
      <pc:docMkLst>
        <pc:docMk/>
      </pc:docMkLst>
      <pc:sldChg chg="modSp">
        <pc:chgData name="" userId="" providerId="" clId="Web-{EE2D997D-2253-FE39-7B3B-6B3145C5DEC9}" dt="2026-10-20T11:44:13.540" v="1" actId="20577"/>
        <pc:sldMkLst>
          <pc:docMk/>
          <pc:sldMk cId="109857222" sldId="256"/>
        </pc:sldMkLst>
        <pc:spChg chg="mod">
          <ac:chgData name="" userId="" providerId="" clId="Web-{EE2D997D-2253-FE39-7B3B-6B3145C5DEC9}" dt="2026-10-20T11:44:13.540" v="1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050" y="-3160"/>
            <a:ext cx="11350111" cy="2387600"/>
          </a:xfrm>
        </p:spPr>
        <p:txBody>
          <a:bodyPr>
            <a:normAutofit/>
          </a:bodyPr>
          <a:lstStyle/>
          <a:p>
            <a:r>
              <a:rPr lang="en-GB" dirty="0"/>
              <a:t>Lets</a:t>
            </a:r>
            <a:r>
              <a:rPr lang="en-GB"/>
              <a:t> agree to disagree about syntactic </a:t>
            </a:r>
            <a:r>
              <a:rPr lang="en-GB" dirty="0"/>
              <a:t>annotations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Rob van der Goot</a:t>
            </a:r>
          </a:p>
          <a:p>
            <a:r>
              <a:rPr lang="en-GB" dirty="0"/>
              <a:t>40 years </a:t>
            </a:r>
            <a:r>
              <a:rPr lang="en-GB" dirty="0" err="1"/>
              <a:t>GroNLP</a:t>
            </a:r>
          </a:p>
          <a:p>
            <a:r>
              <a:rPr lang="en-GB" dirty="0">
                <a:ea typeface="+mn-lt"/>
                <a:cs typeface="+mn-lt"/>
              </a:rPr>
              <a:t>21 </a:t>
            </a:r>
            <a:r>
              <a:rPr lang="en-GB" dirty="0" err="1">
                <a:ea typeface="+mn-lt"/>
                <a:cs typeface="+mn-lt"/>
              </a:rPr>
              <a:t>oktober</a:t>
            </a:r>
            <a:r>
              <a:rPr lang="en-GB" dirty="0">
                <a:ea typeface="+mn-lt"/>
                <a:cs typeface="+mn-lt"/>
              </a:rPr>
              <a:t> 2026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750E-86B7-F3FD-7267-744588F9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CF57-74E8-2108-D55B-17D15658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C7194-8622-5E22-D91A-8E6918E64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I'm Rob</a:t>
            </a:r>
            <a:endParaRPr lang="en-US"/>
          </a:p>
          <a:p>
            <a:r>
              <a:rPr lang="en-GB" dirty="0"/>
              <a:t>Studied </a:t>
            </a:r>
            <a:r>
              <a:rPr lang="en-GB" dirty="0" err="1"/>
              <a:t>Informatiekunde</a:t>
            </a:r>
            <a:r>
              <a:rPr lang="en-GB" dirty="0"/>
              <a:t> from 2009-2014 in Groningen</a:t>
            </a:r>
            <a:endParaRPr lang="en-GB"/>
          </a:p>
          <a:p>
            <a:r>
              <a:rPr lang="en-GB"/>
              <a:t>PhD on "Normalization and Parsing for Uncertain Input"</a:t>
            </a:r>
            <a:endParaRPr lang="en-GB" dirty="0"/>
          </a:p>
          <a:p>
            <a:r>
              <a:rPr lang="en-GB"/>
              <a:t>Supervised by Gertjan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A0309-2AC4-06EF-FB74-7F67C11CB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7" r="-457" b="-186"/>
          <a:stretch>
            <a:fillRect/>
          </a:stretch>
        </p:blipFill>
        <p:spPr>
          <a:xfrm>
            <a:off x="9450336" y="152438"/>
            <a:ext cx="2100749" cy="19520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C169F7-F9D2-824D-098B-234A99C2E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3" r="11255" b="-318"/>
          <a:stretch>
            <a:fillRect/>
          </a:stretch>
        </p:blipFill>
        <p:spPr>
          <a:xfrm>
            <a:off x="6639590" y="152400"/>
            <a:ext cx="1907803" cy="19488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23253-52FC-5024-DE30-6266EFCB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85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03D5C-E9C5-A022-D03C-7F49E26E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A81F8-4A6D-6DC0-4D37-090C83BE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Background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C6A79-ACB8-E082-E5F0-604570D0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I'm Rob</a:t>
            </a:r>
            <a:endParaRPr lang="en-US"/>
          </a:p>
          <a:p>
            <a:r>
              <a:rPr lang="en-GB" dirty="0"/>
              <a:t>Studied </a:t>
            </a:r>
            <a:r>
              <a:rPr lang="en-GB" dirty="0" err="1"/>
              <a:t>Informatiekunde</a:t>
            </a:r>
            <a:r>
              <a:rPr lang="en-GB" dirty="0"/>
              <a:t> from 2009-2014 in Groningen</a:t>
            </a:r>
            <a:endParaRPr lang="en-GB"/>
          </a:p>
          <a:p>
            <a:r>
              <a:rPr lang="en-GB"/>
              <a:t>PhD on "Normalization and Parsing for Uncertain Input"</a:t>
            </a:r>
            <a:endParaRPr lang="en-GB" dirty="0"/>
          </a:p>
          <a:p>
            <a:r>
              <a:rPr lang="en-GB"/>
              <a:t>Supervised by Gertjan</a:t>
            </a:r>
            <a:endParaRPr lang="en-GB" dirty="0"/>
          </a:p>
          <a:p>
            <a:r>
              <a:rPr lang="en-GB" dirty="0"/>
              <a:t>Since </a:t>
            </a:r>
            <a:r>
              <a:rPr lang="en-GB"/>
              <a:t>then: IT University of Copenhagen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CBDC3-8B87-00B8-0378-45E4666332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7" r="-457" b="-186"/>
          <a:stretch>
            <a:fillRect/>
          </a:stretch>
        </p:blipFill>
        <p:spPr>
          <a:xfrm>
            <a:off x="9450336" y="152438"/>
            <a:ext cx="2100749" cy="19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F3E930-E4B1-98CA-AAF1-DDB1B0272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3" r="11255" b="-318"/>
          <a:stretch>
            <a:fillRect/>
          </a:stretch>
        </p:blipFill>
        <p:spPr>
          <a:xfrm>
            <a:off x="6639590" y="152400"/>
            <a:ext cx="1907803" cy="19488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0F496-DCDC-10CA-E2C8-D976416E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25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D6DDF-7A08-523B-BAED-7DAE1AFC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B6C91-12E1-DB85-2A66-3DE12203B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Present my slowest, most interesting (?!) project</a:t>
            </a:r>
            <a:endParaRPr lang="en-US"/>
          </a:p>
          <a:p>
            <a:r>
              <a:rPr lang="en-GB"/>
              <a:t>Not published</a:t>
            </a:r>
          </a:p>
          <a:p>
            <a:r>
              <a:rPr lang="en-GB"/>
              <a:t>Based on actual events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2A5BB-37AA-E409-C3DC-96C0B7DD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A3E9-4726-5992-1AE7-8C59628C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C21F8-6417-32EB-4B8B-58EDCF422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Parsing Uncertain Input</a:t>
            </a:r>
          </a:p>
          <a:p>
            <a:r>
              <a:rPr lang="en-GB"/>
              <a:t>2018:</a:t>
            </a: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SOTA normalization</a:t>
            </a: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Top-n </a:t>
            </a:r>
            <a:r>
              <a:rPr lang="en-GB" dirty="0" err="1"/>
              <a:t>consituency</a:t>
            </a:r>
            <a:r>
              <a:rPr lang="en-GB" dirty="0"/>
              <a:t> parser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7345A-4C33-F867-34AB-6C4B4C7E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613" y="856942"/>
            <a:ext cx="3244338" cy="1223502"/>
          </a:xfrm>
          <a:prstGeom prst="rect">
            <a:avLst/>
          </a:prstGeom>
        </p:spPr>
      </p:pic>
      <p:pic>
        <p:nvPicPr>
          <p:cNvPr id="6" name="Picture 5" descr="Gertjan van Noord Home Page">
            <a:extLst>
              <a:ext uri="{FF2B5EF4-FFF2-40B4-BE49-F238E27FC236}">
                <a16:creationId xmlns:a16="http://schemas.microsoft.com/office/drawing/2014/main" id="{0698A626-C9D4-68D1-628C-90D15007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157" y="1074898"/>
            <a:ext cx="1219201" cy="1672493"/>
          </a:xfrm>
          <a:prstGeom prst="rect">
            <a:avLst/>
          </a:prstGeom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3CC63740-7A87-F1B6-1DDA-7E82246C6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5088"/>
            <a:ext cx="12192000" cy="25508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617F8-7500-3E44-FE91-36FB4F1F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6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549D-F21F-7BC3-B8A2-71135E53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2545-CC79-2400-2E0C-F7100A09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55F02-DF8F-6853-97E1-2D8B1FAA9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16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Parsing Uncertain Input</a:t>
            </a:r>
          </a:p>
          <a:p>
            <a:r>
              <a:rPr lang="en-GB"/>
              <a:t>2018:</a:t>
            </a: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SOTA normalization</a:t>
            </a: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Top-n </a:t>
            </a:r>
            <a:r>
              <a:rPr lang="en-GB" dirty="0" err="1"/>
              <a:t>consituency</a:t>
            </a:r>
            <a:r>
              <a:rPr lang="en-GB" dirty="0"/>
              <a:t> parser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Dependency Parsing became more popular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D656C-E5C2-C5DC-7808-FB4E7212B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613" y="856942"/>
            <a:ext cx="3244338" cy="1223502"/>
          </a:xfrm>
          <a:prstGeom prst="rect">
            <a:avLst/>
          </a:prstGeom>
        </p:spPr>
      </p:pic>
      <p:pic>
        <p:nvPicPr>
          <p:cNvPr id="6" name="Picture 5" descr="Gertjan van Noord Home Page">
            <a:extLst>
              <a:ext uri="{FF2B5EF4-FFF2-40B4-BE49-F238E27FC236}">
                <a16:creationId xmlns:a16="http://schemas.microsoft.com/office/drawing/2014/main" id="{ACD562BD-EA72-1809-73C5-26A8CD9F9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157" y="1074898"/>
            <a:ext cx="1219201" cy="1672493"/>
          </a:xfrm>
          <a:prstGeom prst="rect">
            <a:avLst/>
          </a:prstGeom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A72D86E8-5D23-BCED-D8BC-C74EB7159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5088"/>
            <a:ext cx="12192000" cy="25508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F5DB-46F7-91B0-1511-29628836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841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AC977-433F-3EF9-6968-9E8931FC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So: </a:t>
            </a:r>
            <a:r>
              <a:rPr lang="en-GB" dirty="0">
                <a:ea typeface="+mj-lt"/>
                <a:cs typeface="+mj-lt"/>
              </a:rPr>
              <a:t>"</a:t>
            </a:r>
            <a:r>
              <a:rPr lang="en-GB" dirty="0" err="1">
                <a:ea typeface="+mj-lt"/>
                <a:cs typeface="+mj-lt"/>
              </a:rPr>
              <a:t>Modeling</a:t>
            </a:r>
            <a:r>
              <a:rPr lang="en-GB" dirty="0">
                <a:ea typeface="+mj-lt"/>
                <a:cs typeface="+mj-lt"/>
              </a:rPr>
              <a:t> Input Uncertainty in Neural Network Dependency Parsing"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A6C8A-3EE6-0202-B759-A435C6AC1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Created a small UD treebank based on social media data. (and build a parser)</a:t>
            </a:r>
          </a:p>
          <a:p>
            <a:pPr>
              <a:buFont typeface="Arial"/>
              <a:buChar char="•"/>
            </a:pP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Annotated by me</a:t>
            </a: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</p:txBody>
      </p:sp>
      <p:pic>
        <p:nvPicPr>
          <p:cNvPr id="5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275B11BE-5A78-DDB6-9A47-59021A7E0D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3" b="69474"/>
          <a:stretch>
            <a:fillRect/>
          </a:stretch>
        </p:blipFill>
        <p:spPr>
          <a:xfrm>
            <a:off x="912788" y="3195996"/>
            <a:ext cx="4356457" cy="20103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20A0F-BF31-C465-8BDB-6533A8CC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324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6533-BAD8-8847-652F-24047F0B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D63C0-DB4D-6AC8-3A67-2403066C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 panose="020B0604020202020204" pitchFamily="34" charset="0"/>
            </a:pPr>
            <a:r>
              <a:rPr lang="en-GB"/>
              <a:t>Submitted to EMNLP 2018. </a:t>
            </a:r>
            <a:endParaRPr lang="en-US"/>
          </a:p>
          <a:p>
            <a:pPr>
              <a:buFont typeface="Arial,Sans-Serif" panose="020B0604020202020204" pitchFamily="34" charset="0"/>
            </a:pPr>
            <a:r>
              <a:rPr lang="en-GB"/>
              <a:t>Scores: 2.5 3 3 (out of 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5CF75-6382-377D-4F9D-0AD304F1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01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8CC7-B67C-31D0-097F-E6FD962C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2D15E1-D18D-D258-1468-5ACEB5881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012" y="1929606"/>
            <a:ext cx="9705975" cy="41433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A0BBC9-0E72-E265-7E3C-D951506A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09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96D7-3ED7-C6E0-2689-F4DEB023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E-mail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AA445-253B-41FA-AC4B-87918077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>
                <a:ea typeface="+mn-lt"/>
                <a:cs typeface="+mn-lt"/>
              </a:rPr>
              <a:t>Wow, really! Congratulations!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So… not getting married after all?</a:t>
            </a: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GJ</a:t>
            </a: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93D75-E6B8-C417-D463-87BF61B9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7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C7BD-C76C-1A6F-309C-79E606D5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81E0-B961-CADA-B763-DC1B8881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E-mail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A2F82-C0B1-765B-40DA-5780D78D8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>
                <a:ea typeface="+mn-lt"/>
                <a:cs typeface="+mn-lt"/>
              </a:rPr>
              <a:t>Wow, really! Congratulations!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So… not getting married after all?</a:t>
            </a: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GJ</a:t>
            </a:r>
          </a:p>
          <a:p>
            <a:pPr marL="0" indent="0"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ea typeface="+mn-lt"/>
                <a:cs typeface="+mn-lt"/>
              </a:rPr>
              <a:t>Yes, I can go. Then I’ll actually be doing something for my co‑authorship for once…</a:t>
            </a:r>
            <a:endParaRPr lang="en-GB" dirty="0"/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GJ</a:t>
            </a: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E3414-3A4E-3B56-C4FA-55DFB4F8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096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42EC-B4B5-7097-7528-4026EDD3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One year later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44D8C-73DB-93E7-DFE7-CA368DFB3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Tweebank</a:t>
            </a:r>
            <a:r>
              <a:rPr lang="en-GB" dirty="0"/>
              <a:t> 2.0 was released</a:t>
            </a:r>
          </a:p>
          <a:p>
            <a:r>
              <a:rPr lang="en-GB"/>
              <a:t>UD annotations for social media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>
                <a:ea typeface="+mn-lt"/>
                <a:cs typeface="+mn-lt"/>
              </a:rPr>
              <a:t>Both contain data from Owoputi et al. (2013)!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First totally </a:t>
            </a:r>
            <a:r>
              <a:rPr lang="en-GB"/>
              <a:t>independent annotations for syntax (?)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A0E0F-99E7-CCDD-0A92-6458C982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90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F9BA-E1CD-6F8C-CD90-A0687283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BB2B-4C5B-CA4D-8CC6-BA92AA4B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One year later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1F14F-AD33-957B-A744-EE8EAAF71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Tweebank</a:t>
            </a:r>
            <a:r>
              <a:rPr lang="en-GB" dirty="0"/>
              <a:t> 2.0 was released</a:t>
            </a:r>
          </a:p>
          <a:p>
            <a:r>
              <a:rPr lang="en-GB"/>
              <a:t>UD annotations for social media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>
                <a:ea typeface="+mn-lt"/>
                <a:cs typeface="+mn-lt"/>
              </a:rPr>
              <a:t>Both contain data from Owoputi et al. (2013)!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First totally </a:t>
            </a:r>
            <a:r>
              <a:rPr lang="en-GB"/>
              <a:t>independent annotations for syntax (?)</a:t>
            </a:r>
          </a:p>
          <a:p>
            <a:r>
              <a:rPr lang="en-GB" dirty="0"/>
              <a:t>Gertjan recommended me to move to another university </a:t>
            </a:r>
            <a:r>
              <a:rPr lang="en-GB"/>
              <a:t>"preferably in another countr</a:t>
            </a:r>
            <a:r>
              <a:rPr lang="en-GB" dirty="0"/>
              <a:t>y"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7A0E-F825-D0D3-BC0D-E766BB0A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603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BEA2-5FE7-1B13-9248-0CAAEB15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E0D1-DC4E-A773-6C97-B7A23851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One year later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A25D-78B3-B6C4-5665-A6287A7C6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Tweebank</a:t>
            </a:r>
            <a:r>
              <a:rPr lang="en-GB" dirty="0"/>
              <a:t> 2.0 was released</a:t>
            </a:r>
          </a:p>
          <a:p>
            <a:r>
              <a:rPr lang="en-GB"/>
              <a:t>UD annotations for social media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>
                <a:ea typeface="+mn-lt"/>
                <a:cs typeface="+mn-lt"/>
              </a:rPr>
              <a:t>Both contain data from Owoputi et al. (2013)!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First totally </a:t>
            </a:r>
            <a:r>
              <a:rPr lang="en-GB"/>
              <a:t>independent annotations for syntax (?)</a:t>
            </a:r>
          </a:p>
          <a:p>
            <a:r>
              <a:rPr lang="en-GB" dirty="0"/>
              <a:t>Gertjan recommended me to move to another university </a:t>
            </a:r>
            <a:r>
              <a:rPr lang="en-GB"/>
              <a:t>"preferably in another countr</a:t>
            </a:r>
            <a:r>
              <a:rPr lang="en-GB" dirty="0"/>
              <a:t>y"</a:t>
            </a:r>
          </a:p>
          <a:p>
            <a:r>
              <a:rPr lang="en-GB" dirty="0"/>
              <a:t>Moved to Denmark to </a:t>
            </a:r>
            <a:r>
              <a:rPr lang="en-GB"/>
              <a:t>work with Barbara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4289D-694F-251B-8D9F-3C6DB18E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015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1C819-38F9-AFBF-A41A-970D725A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84E8-AC8C-72A5-CA20-8A0C6D32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Cross-annotator F1 score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8466E5-8F02-25A4-849A-785C7F72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6165DE-37A9-E682-9949-FD862B406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218" y="1401286"/>
            <a:ext cx="3208422" cy="235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13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4181-7A90-E961-317E-256CF2E7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CA22-F77C-9E90-A7AE-B5244783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Cross-annotator F1 score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07F5E3-4CCF-C264-4ECB-C8B80A8E9F20}"/>
              </a:ext>
            </a:extLst>
          </p:cNvPr>
          <p:cNvSpPr txBox="1">
            <a:spLocks/>
          </p:cNvSpPr>
          <p:nvPr/>
        </p:nvSpPr>
        <p:spPr>
          <a:xfrm>
            <a:off x="781665" y="33074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SOTA (news data)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AF0C46-B46D-B1CB-B2E9-CFE64BAC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16</a:t>
            </a:fld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FE7CC7-93C3-93CD-306C-746590550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218" y="1401286"/>
            <a:ext cx="3208422" cy="23531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15732E-0D4D-E891-62C0-B0240B107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739" y="4406566"/>
            <a:ext cx="3216944" cy="208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23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B116-A3E8-8D78-2ADB-AC8021A3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6DD602-79BB-4CD2-286D-CB0DBCEE9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650" r="-59"/>
          <a:stretch>
            <a:fillRect/>
          </a:stretch>
        </p:blipFill>
        <p:spPr>
          <a:xfrm>
            <a:off x="898829" y="1917802"/>
            <a:ext cx="10400494" cy="41055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4FE9E3-BAEC-A63C-3187-3F6F1AED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689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0A1F-474A-DD9A-BAA6-8AB4F5C6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Reply: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73509-A89E-4C3F-7E18-D4F7DB167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Hi Rob,</a:t>
            </a:r>
            <a:endParaRPr lang="en-GB"/>
          </a:p>
          <a:p>
            <a:endParaRPr lang="en-GB"/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Thanks for the experiments. The number seemed OK to 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6284A-B780-0ECB-FEC6-B11CF516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853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149B-7C05-F482-1EED-3044407C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BFC0C-FCB4-F2C4-74C1-08029BDF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Reply: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7751-6CF6-6AB6-F8E6-4687FB5B4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Hi Rob,</a:t>
            </a:r>
            <a:endParaRPr lang="en-GB"/>
          </a:p>
          <a:p>
            <a:endParaRPr lang="en-GB"/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Thanks for the experiments. The number seemed OK to me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FA7F0-3B61-4884-B55F-09668E650505}"/>
              </a:ext>
            </a:extLst>
          </p:cNvPr>
          <p:cNvSpPr txBox="1">
            <a:spLocks/>
          </p:cNvSpPr>
          <p:nvPr/>
        </p:nvSpPr>
        <p:spPr>
          <a:xfrm>
            <a:off x="646471" y="38953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GB" sz="6000" dirty="0">
                <a:latin typeface="Aptos Display"/>
                <a:ea typeface="+mn-lt"/>
                <a:cs typeface="+mn-lt"/>
              </a:rPr>
              <a:t>Lets agree to disagree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D2C55-1D4E-B810-F2AA-320974F6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159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18AA-5848-CFAF-CDB2-674047D6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Interesting!, but what to do?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FFF33-C5A9-9E7A-DF01-DA23C182D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Not sure... was also moving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62F6B-2588-CE6E-9C23-40F70C73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479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DBD84-5B85-8CEF-3D88-10B6CB36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EBD2C-2350-A73D-4A58-D7D6D18D0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Interesting!, but what to do?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9B40-63EA-F3C2-D98D-F4FAE2383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Not sure... </a:t>
            </a:r>
            <a:endParaRPr lang="en-US"/>
          </a:p>
          <a:p>
            <a:r>
              <a:rPr lang="en-GB"/>
              <a:t>Until I met an excellent master student in Copenhagen (2023).</a:t>
            </a:r>
            <a:endParaRPr lang="en-US"/>
          </a:p>
          <a:p>
            <a:r>
              <a:rPr lang="en-GB" dirty="0"/>
              <a:t>We published some papers, and she wanted a challenging, linguistically focused project for thesis.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3253-AE70-7892-F3DA-F0EF34BD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904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66D0-9A18-069D-831A-34704CE7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C0BE3C0-80AC-D271-ACDC-711BDFBF0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529" y="2067408"/>
            <a:ext cx="10515600" cy="3887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F49A48-0E43-89FF-E28E-493F9C18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Comparing different annotations (LAS)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35649-7C22-40D5-874C-508340A3073C}"/>
              </a:ext>
            </a:extLst>
          </p:cNvPr>
          <p:cNvSpPr/>
          <p:nvPr/>
        </p:nvSpPr>
        <p:spPr>
          <a:xfrm>
            <a:off x="6040073" y="1579926"/>
            <a:ext cx="5739467" cy="466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DE7D4-477C-3B0E-6C20-8927706EF621}"/>
              </a:ext>
            </a:extLst>
          </p:cNvPr>
          <p:cNvSpPr/>
          <p:nvPr/>
        </p:nvSpPr>
        <p:spPr>
          <a:xfrm>
            <a:off x="841266" y="3841345"/>
            <a:ext cx="5739467" cy="466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567EC-C899-E8A4-EDF3-EF00E258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22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C717FF-1501-57D1-DD0D-2662C228DAFD}"/>
              </a:ext>
            </a:extLst>
          </p:cNvPr>
          <p:cNvSpPr/>
          <p:nvPr/>
        </p:nvSpPr>
        <p:spPr>
          <a:xfrm>
            <a:off x="4930832" y="2911014"/>
            <a:ext cx="1649746" cy="428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943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649A-6E3A-9890-07F4-1734A2D1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DF49E23-F92C-54E1-F72B-0C9B5D898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149" y="2009534"/>
            <a:ext cx="10515600" cy="3887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3300C2-159D-38BF-DAC9-11D7C309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Comparing different annotations (LAS)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219215-5D4C-FA3F-81C0-3D4EE320A8BE}"/>
              </a:ext>
            </a:extLst>
          </p:cNvPr>
          <p:cNvSpPr/>
          <p:nvPr/>
        </p:nvSpPr>
        <p:spPr>
          <a:xfrm>
            <a:off x="7158492" y="1764281"/>
            <a:ext cx="5739467" cy="466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A2B93-EAAF-E36A-92E8-86EE1629E3A2}"/>
              </a:ext>
            </a:extLst>
          </p:cNvPr>
          <p:cNvSpPr/>
          <p:nvPr/>
        </p:nvSpPr>
        <p:spPr>
          <a:xfrm>
            <a:off x="976460" y="4375974"/>
            <a:ext cx="6310967" cy="466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AFAB97-EE71-A517-8D3D-383258BE437C}"/>
              </a:ext>
            </a:extLst>
          </p:cNvPr>
          <p:cNvSpPr/>
          <p:nvPr/>
        </p:nvSpPr>
        <p:spPr>
          <a:xfrm>
            <a:off x="6245678" y="3265713"/>
            <a:ext cx="2769053" cy="4694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A29D1D-6566-555B-6A14-459F2D7E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589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4409-E8FC-952D-06DE-0F2CF701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7AC5C4-0F69-F586-22B4-6B100D3C5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3804" y="264755"/>
            <a:ext cx="4190536" cy="633007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7CA50B-32D0-83D5-50A1-22778BF2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900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503D-08E2-D707-F2C7-CE157B2B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Compare to standard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DA53C-3F3C-B61D-E276-33BFED16C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Experienced linguist converges the different annotations to a gold standard (</a:t>
            </a:r>
            <a:r>
              <a:rPr lang="en-GB" dirty="0" err="1"/>
              <a:t>SyntacTw</a:t>
            </a:r>
            <a:r>
              <a:rPr lang="en-GB" dirty="0"/>
              <a:t>)</a:t>
            </a:r>
          </a:p>
          <a:p>
            <a:r>
              <a:rPr lang="en-GB"/>
              <a:t>Addendum to UD guidelines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8809F-463A-75C2-9B2F-19430196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44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20B50-4ECF-274D-DDB6-1B5CDB27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E96F09C-2F2E-8980-E3A2-274F0EE0C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7979"/>
            <a:ext cx="10515600" cy="3886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8C861B-EDD0-4B64-12CD-B5B8A0A2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Comparing different annotations (LAS)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1C5319-3544-A93F-127A-FD2D54CA1519}"/>
              </a:ext>
            </a:extLst>
          </p:cNvPr>
          <p:cNvSpPr/>
          <p:nvPr/>
        </p:nvSpPr>
        <p:spPr>
          <a:xfrm>
            <a:off x="9065281" y="1873960"/>
            <a:ext cx="5739467" cy="466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6C56D-C9D2-27AF-5934-3329BFA38A08}"/>
              </a:ext>
            </a:extLst>
          </p:cNvPr>
          <p:cNvSpPr/>
          <p:nvPr/>
        </p:nvSpPr>
        <p:spPr>
          <a:xfrm>
            <a:off x="767525" y="5058088"/>
            <a:ext cx="9266789" cy="4773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C648EF-EE5E-7146-C5DB-06F4C398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662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FCF7-3FE1-B9C5-132E-6B50EDFE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 automated parsers?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5049-6AC4-B696-EFCD-B0D24E908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Train </a:t>
            </a:r>
            <a:r>
              <a:rPr lang="en-GB" dirty="0" err="1"/>
              <a:t>MaChAmp</a:t>
            </a:r>
            <a:r>
              <a:rPr lang="en-GB" dirty="0"/>
              <a:t> toolkit (deep-biaffine parser)</a:t>
            </a:r>
          </a:p>
          <a:p>
            <a:r>
              <a:rPr lang="en-GB" dirty="0" err="1">
                <a:ea typeface="+mn-lt"/>
                <a:cs typeface="+mn-lt"/>
              </a:rPr>
              <a:t>RoBERTa</a:t>
            </a:r>
            <a:r>
              <a:rPr lang="en-GB" dirty="0">
                <a:ea typeface="+mn-lt"/>
                <a:cs typeface="+mn-lt"/>
              </a:rPr>
              <a:t>-base </a:t>
            </a:r>
          </a:p>
          <a:p>
            <a:r>
              <a:rPr lang="en-GB" dirty="0" err="1">
                <a:ea typeface="+mn-lt"/>
                <a:cs typeface="+mn-lt"/>
              </a:rPr>
              <a:t>TweeBank</a:t>
            </a:r>
            <a:r>
              <a:rPr lang="en-GB" dirty="0">
                <a:ea typeface="+mn-lt"/>
                <a:cs typeface="+mn-lt"/>
              </a:rPr>
              <a:t> 2</a:t>
            </a:r>
            <a:endParaRPr lang="en-GB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B51FF-349D-D0DC-FE7E-F1DD7DA68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169" y="1823358"/>
            <a:ext cx="3303338" cy="456761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AD281-8E0A-6E7C-40E4-92D32098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487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613E-0A53-DE53-ED63-F6FDD6020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7F16-E3A3-DC17-DC8B-04E1DDDE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Comparing different annotations (LAS)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554ECF-81B7-7628-1111-5E3F504D2DF7}"/>
              </a:ext>
            </a:extLst>
          </p:cNvPr>
          <p:cNvSpPr/>
          <p:nvPr/>
        </p:nvSpPr>
        <p:spPr>
          <a:xfrm>
            <a:off x="7536858" y="2811372"/>
            <a:ext cx="1480432" cy="1444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62445-E44C-ADB6-BE38-0BCEAD462BDC}"/>
              </a:ext>
            </a:extLst>
          </p:cNvPr>
          <p:cNvSpPr/>
          <p:nvPr/>
        </p:nvSpPr>
        <p:spPr>
          <a:xfrm>
            <a:off x="9877286" y="2872603"/>
            <a:ext cx="1480432" cy="1444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615129-3E85-3A2F-F515-BC4AFEE4CC01}"/>
              </a:ext>
            </a:extLst>
          </p:cNvPr>
          <p:cNvSpPr/>
          <p:nvPr/>
        </p:nvSpPr>
        <p:spPr>
          <a:xfrm>
            <a:off x="9822857" y="4505459"/>
            <a:ext cx="1242307" cy="533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42C9ED-3B64-D127-D885-75D31BCD0AC0}"/>
              </a:ext>
            </a:extLst>
          </p:cNvPr>
          <p:cNvSpPr/>
          <p:nvPr/>
        </p:nvSpPr>
        <p:spPr>
          <a:xfrm>
            <a:off x="5039946" y="2743334"/>
            <a:ext cx="2017914" cy="533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274016-C76A-840A-6EA6-A3959E441878}"/>
              </a:ext>
            </a:extLst>
          </p:cNvPr>
          <p:cNvSpPr/>
          <p:nvPr/>
        </p:nvSpPr>
        <p:spPr>
          <a:xfrm>
            <a:off x="6094499" y="3280816"/>
            <a:ext cx="963361" cy="533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5EB346-05AD-22C9-464F-0E70FD9B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28</a:t>
            </a:fld>
            <a:endParaRPr lang="en-GB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C650F62-A607-7A11-A85A-DD5FBE42C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7979"/>
            <a:ext cx="10515600" cy="388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79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CB17-F999-00DB-8B31-4840E521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Overall scores (internal agreement/parser) are lower compared to previous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133EC-E235-1091-2107-B00215D2B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Non-</a:t>
            </a:r>
            <a:r>
              <a:rPr lang="en-GB" dirty="0" err="1"/>
              <a:t>standardness</a:t>
            </a:r>
            <a:r>
              <a:rPr lang="en-GB" dirty="0"/>
              <a:t> of data</a:t>
            </a:r>
          </a:p>
          <a:p>
            <a:r>
              <a:rPr lang="en-GB"/>
              <a:t>We do annotations from scratch, avoiding anchoring (</a:t>
            </a:r>
            <a:r>
              <a:rPr lang="en-GB" dirty="0">
                <a:ea typeface="+mn-lt"/>
                <a:cs typeface="+mn-lt"/>
              </a:rPr>
              <a:t>Berzak et al. 2016)</a:t>
            </a:r>
            <a:endParaRPr lang="en-GB"/>
          </a:p>
          <a:p>
            <a:r>
              <a:rPr lang="en-GB"/>
              <a:t>Others had clearer guidelines from the beginning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CAA35-D0FF-2FAB-0722-C6CDC325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233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1696-0C6C-5515-D7B8-4F8009E9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52E80DB-25D6-69D3-8384-8C35D7F09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719" y="2173726"/>
            <a:ext cx="10515600" cy="3886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EED7C7-BDFD-8F0C-F34B-CC807EEFF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Are we close to a performance ceiling for parsing social </a:t>
            </a:r>
            <a:r>
              <a:rPr lang="en-GB"/>
              <a:t>media data?</a:t>
            </a:r>
            <a:endParaRPr lang="en-GB" dirty="0"/>
          </a:p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979809-B242-46D0-4D73-5FBC5A311E29}"/>
              </a:ext>
            </a:extLst>
          </p:cNvPr>
          <p:cNvSpPr/>
          <p:nvPr/>
        </p:nvSpPr>
        <p:spPr>
          <a:xfrm>
            <a:off x="9877286" y="2872603"/>
            <a:ext cx="1480432" cy="1444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A7EEDF-40A8-51A8-B126-CBADA285B167}"/>
              </a:ext>
            </a:extLst>
          </p:cNvPr>
          <p:cNvSpPr/>
          <p:nvPr/>
        </p:nvSpPr>
        <p:spPr>
          <a:xfrm>
            <a:off x="3188548" y="3344084"/>
            <a:ext cx="2694213" cy="133349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4D68DE-C49A-C301-5508-169B3652AB98}"/>
              </a:ext>
            </a:extLst>
          </p:cNvPr>
          <p:cNvSpPr/>
          <p:nvPr/>
        </p:nvSpPr>
        <p:spPr>
          <a:xfrm>
            <a:off x="2979964" y="5163910"/>
            <a:ext cx="6354534" cy="75519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59A672-DA5C-6112-19AA-D7C870EB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06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1B09-2183-81E8-39E2-AC312100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Lets ask another experienced linguistic annotator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71F8-13FD-38FD-DC63-14C9A8780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Annotator selects preferred structure across two annotations</a:t>
            </a:r>
            <a:endParaRPr lang="en-GB" dirty="0"/>
          </a:p>
          <a:p>
            <a:r>
              <a:rPr lang="en-GB" dirty="0"/>
              <a:t>Blind, </a:t>
            </a:r>
            <a:r>
              <a:rPr lang="en-GB"/>
              <a:t>order=mixed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BEF36-2D5B-497B-1DDC-E2D129E1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352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8D404-B295-5CCB-21BB-B12CC2FD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5282-6723-97EC-587A-61D53D08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Lets ask another experienced linguistic annotator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E3C5EF-8BED-A706-C2D6-BCC986CE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732" y="1825625"/>
            <a:ext cx="7160535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6F198F-D110-969F-66CF-0ACD0DFC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825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81C8-8D99-E65E-2998-146F2BDC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4FB1-8C28-BA1A-3E2D-1E45DB3A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Lets ask another experienced linguistic annotator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BD9945-0FEF-88D8-87AF-16D14D3CB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/>
              <a:t>Humanly annotated structures are better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0D644-D3CF-6F27-598E-0AF4FEC7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439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E500-E2B3-1413-759D-3317D679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</a:t>
            </a:r>
            <a:r>
              <a:rPr lang="en-GB" dirty="0" err="1"/>
              <a:t>alligning</a:t>
            </a:r>
            <a:r>
              <a:rPr lang="en-GB" dirty="0"/>
              <a:t> parsers?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3968-DFB2-8254-F561-FE88EA44F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Evaluation</a:t>
            </a:r>
          </a:p>
          <a:p>
            <a:r>
              <a:rPr lang="en-GB"/>
              <a:t>Parser implementation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D1971-3B07-3565-E99A-DB44B8BC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767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F43B-E888-C19A-5106-1464E90D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 distribution for evaluation: Dependency Total Variation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F52EA-9E22-965A-4667-75ABFAD24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Loop over all words (</a:t>
            </a:r>
            <a:r>
              <a:rPr lang="en-GB" dirty="0" err="1"/>
              <a:t>i</a:t>
            </a:r>
            <a:r>
              <a:rPr lang="en-GB" dirty="0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Loop over each label (j)</a:t>
            </a:r>
            <a:endParaRPr lang="en-GB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Sum absolute differences</a:t>
            </a:r>
            <a:endParaRPr lang="en-GB" dirty="0"/>
          </a:p>
          <a:p>
            <a:endParaRPr lang="en-GB" dirty="0"/>
          </a:p>
        </p:txBody>
      </p:sp>
      <p:pic>
        <p:nvPicPr>
          <p:cNvPr id="5" name="Content Placeholder 3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B1784FEF-8913-A3DC-42A1-8243839B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32" y="4439137"/>
            <a:ext cx="6905625" cy="1619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9EB2FA-BD27-E078-E80A-963C0D05F5C2}"/>
              </a:ext>
            </a:extLst>
          </p:cNvPr>
          <p:cNvSpPr/>
          <p:nvPr/>
        </p:nvSpPr>
        <p:spPr>
          <a:xfrm>
            <a:off x="3471396" y="5389926"/>
            <a:ext cx="5739467" cy="466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4B6DBB-626B-DBA4-1C62-4067FDFB9B81}"/>
              </a:ext>
            </a:extLst>
          </p:cNvPr>
          <p:cNvSpPr/>
          <p:nvPr/>
        </p:nvSpPr>
        <p:spPr>
          <a:xfrm>
            <a:off x="-1745846" y="4173185"/>
            <a:ext cx="5739467" cy="466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110F-8576-7FEF-87A7-D7663F36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229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6690-6969-F1EB-23C1-C4BD4C10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D124-E1D0-59FF-62AE-873D09FA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distribution for evaluation: Dependency Total Variation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BD116-AA09-4038-E948-7CB9B7CB6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Loop over all words (</a:t>
            </a:r>
            <a:r>
              <a:rPr lang="en-GB" dirty="0" err="1"/>
              <a:t>i</a:t>
            </a:r>
            <a:r>
              <a:rPr lang="en-GB" dirty="0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Loop over each label (j)</a:t>
            </a:r>
            <a:endParaRPr lang="en-GB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Sum absolute differences</a:t>
            </a:r>
            <a:endParaRPr lang="en-GB" dirty="0"/>
          </a:p>
          <a:p>
            <a:r>
              <a:rPr lang="en-GB"/>
              <a:t>Divide by 2 to make range 0-1</a:t>
            </a:r>
            <a:endParaRPr lang="en-GB" dirty="0"/>
          </a:p>
          <a:p>
            <a:r>
              <a:rPr lang="en-GB"/>
              <a:t>Add 1- to make higher = better</a:t>
            </a:r>
            <a:endParaRPr lang="en-GB" dirty="0"/>
          </a:p>
        </p:txBody>
      </p:sp>
      <p:pic>
        <p:nvPicPr>
          <p:cNvPr id="5" name="Content Placeholder 3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726FADD7-B49E-1875-8F14-655899D5F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83" y="4506733"/>
            <a:ext cx="6905625" cy="16192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82471-A443-F4A4-1883-43288533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605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A175-96E8-041E-7B93-88C9B63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0D61-79AE-0DD0-9D43-BC6B4B8D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distribution for evaluation: Dependency Total Variation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7177E-7580-3321-0F9F-9C6D1FE70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Loop over all words (</a:t>
            </a:r>
            <a:r>
              <a:rPr lang="en-GB" dirty="0" err="1"/>
              <a:t>i</a:t>
            </a:r>
            <a:r>
              <a:rPr lang="en-GB" dirty="0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Loop over each label (j)</a:t>
            </a:r>
            <a:endParaRPr lang="en-GB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Sum absolute differences</a:t>
            </a:r>
            <a:endParaRPr lang="en-GB" dirty="0"/>
          </a:p>
          <a:p>
            <a:r>
              <a:rPr lang="en-GB"/>
              <a:t>Divide by 2 to make range 0-1</a:t>
            </a:r>
            <a:endParaRPr lang="en-GB" dirty="0"/>
          </a:p>
          <a:p>
            <a:r>
              <a:rPr lang="en-GB"/>
              <a:t>Add 1- to make higher = better</a:t>
            </a:r>
            <a:endParaRPr lang="en-GB" dirty="0"/>
          </a:p>
        </p:txBody>
      </p:sp>
      <p:pic>
        <p:nvPicPr>
          <p:cNvPr id="5" name="Content Placeholder 3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B147C0B1-CD48-FD89-3EDD-B373F2408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83" y="4506733"/>
            <a:ext cx="6905625" cy="16192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B73AF-7A55-8A9E-94AB-ADD24BA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260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63D97-4116-BBEB-3715-1A7B2404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Building a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8DF41-CE88-C4CA-123C-0F86431FD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Deep-biaffine parser</a:t>
            </a:r>
            <a:endParaRPr lang="en-US"/>
          </a:p>
          <a:p>
            <a:r>
              <a:rPr lang="en-GB"/>
              <a:t>Predictions every word to every word</a:t>
            </a:r>
          </a:p>
          <a:p>
            <a:r>
              <a:rPr lang="en-GB"/>
              <a:t>Chu-Liu algorithm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80C0C-D485-34A4-7C6F-0933C9C6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8883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BE3DA-0482-F025-34C1-96875E06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D92D-D192-AA6B-E01B-4571E527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Building a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63798-B176-FAF9-A6A5-18938EE30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Deep-biaffine parser</a:t>
            </a:r>
            <a:endParaRPr lang="en-US"/>
          </a:p>
          <a:p>
            <a:r>
              <a:rPr lang="en-GB"/>
              <a:t>Predictions every word to every word</a:t>
            </a:r>
          </a:p>
          <a:p>
            <a:r>
              <a:rPr lang="en-GB" strike="sngStrike"/>
              <a:t>Chu-Liu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C9053-35F1-5387-8683-F4C7E32D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34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FB8B-30D4-F090-B256-C27CCE1B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distribution for evaluation: Dependency Total Variation Similarity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391881-B834-CEAE-1521-190FE8F1F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9586" y="1825625"/>
            <a:ext cx="6172828" cy="435133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3DFC4E6-CCBA-C3C6-0F98-DE35A06413D3}"/>
              </a:ext>
            </a:extLst>
          </p:cNvPr>
          <p:cNvSpPr/>
          <p:nvPr/>
        </p:nvSpPr>
        <p:spPr>
          <a:xfrm>
            <a:off x="3320143" y="2490106"/>
            <a:ext cx="5606142" cy="7143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CCDA7-A8CB-DBEB-F51F-0A39DD81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9855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A7F6-4782-25C2-279D-9143E670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ADF94-00D0-3694-4750-F98A0725F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I learned some things from Gertjan</a:t>
            </a:r>
            <a:endParaRPr lang="en-GB" dirty="0"/>
          </a:p>
          <a:p>
            <a:r>
              <a:rPr lang="en-GB"/>
              <a:t>People disagree</a:t>
            </a:r>
            <a:endParaRPr lang="en-GB" dirty="0"/>
          </a:p>
          <a:p>
            <a:r>
              <a:rPr lang="en-GB"/>
              <a:t>Parsing is not solved</a:t>
            </a:r>
          </a:p>
          <a:p>
            <a:r>
              <a:rPr lang="en-GB"/>
              <a:t>We can evaluate against a distribution of annotators</a:t>
            </a:r>
            <a:endParaRPr lang="en-GB" dirty="0"/>
          </a:p>
          <a:p>
            <a:r>
              <a:rPr lang="en-GB"/>
              <a:t>Distribution of deep biaffine parser has some relevant signal encoded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D47DC-E8B0-5D6A-0627-8076B7B3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018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5822-739E-06E7-FDE5-5CFCFDCD3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Many 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D24C-A5DD-710B-285C-7485DFB30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Gertjan</a:t>
            </a:r>
            <a:endParaRPr lang="en-US"/>
          </a:p>
          <a:p>
            <a:r>
              <a:rPr lang="en-GB"/>
              <a:t>Barbara</a:t>
            </a:r>
          </a:p>
          <a:p>
            <a:r>
              <a:rPr lang="en-GB"/>
              <a:t>Kia</a:t>
            </a:r>
          </a:p>
          <a:p>
            <a:r>
              <a:rPr lang="en-GB"/>
              <a:t>Sonnik</a:t>
            </a:r>
          </a:p>
          <a:p>
            <a:r>
              <a:rPr lang="en-GB"/>
              <a:t>Gosse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415A1-1FF4-F1C4-8A7D-F4CE7D21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18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97F4-5389-F6FE-25AD-55A7980E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Thanks!</a:t>
            </a:r>
          </a:p>
        </p:txBody>
      </p:sp>
      <p:pic>
        <p:nvPicPr>
          <p:cNvPr id="4" name="Content Placeholder 3" descr="Ny bevilling fra Carlsbergfondet til undersøgelse af AI og sprog på ...">
            <a:extLst>
              <a:ext uri="{FF2B5EF4-FFF2-40B4-BE49-F238E27FC236}">
                <a16:creationId xmlns:a16="http://schemas.microsoft.com/office/drawing/2014/main" id="{EFDC5BEC-90D4-3AA6-1E9E-7D53BA0BF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1897" y="2905187"/>
            <a:ext cx="5727449" cy="1583736"/>
          </a:xfrm>
          <a:prstGeom prst="rect">
            <a:avLst/>
          </a:prstGeom>
        </p:spPr>
      </p:pic>
      <p:pic>
        <p:nvPicPr>
          <p:cNvPr id="5" name="Picture 4" descr="Logos &amp; Brand Guidelines | NVIDIA">
            <a:extLst>
              <a:ext uri="{FF2B5EF4-FFF2-40B4-BE49-F238E27FC236}">
                <a16:creationId xmlns:a16="http://schemas.microsoft.com/office/drawing/2014/main" id="{7C4FFE6A-65C5-4325-54CE-0EEB38A73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47" y="2423117"/>
            <a:ext cx="4836763" cy="2539462"/>
          </a:xfrm>
          <a:prstGeom prst="rect">
            <a:avLst/>
          </a:prstGeom>
        </p:spPr>
      </p:pic>
      <p:pic>
        <p:nvPicPr>
          <p:cNvPr id="6" name="Picture 5" descr="Logos">
            <a:extLst>
              <a:ext uri="{FF2B5EF4-FFF2-40B4-BE49-F238E27FC236}">
                <a16:creationId xmlns:a16="http://schemas.microsoft.com/office/drawing/2014/main" id="{11280CDA-022A-0CA4-5512-633C988E8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655" y="1715378"/>
            <a:ext cx="7237708" cy="786074"/>
          </a:xfrm>
          <a:prstGeom prst="rect">
            <a:avLst/>
          </a:prstGeom>
        </p:spPr>
      </p:pic>
      <p:pic>
        <p:nvPicPr>
          <p:cNvPr id="8" name="Picture 7" descr="nlp north">
            <a:extLst>
              <a:ext uri="{FF2B5EF4-FFF2-40B4-BE49-F238E27FC236}">
                <a16:creationId xmlns:a16="http://schemas.microsoft.com/office/drawing/2014/main" id="{BE6467F2-87A0-6F5F-66EB-13DB9D2D95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0236" y="4751121"/>
            <a:ext cx="2009775" cy="2009775"/>
          </a:xfrm>
          <a:prstGeom prst="rect">
            <a:avLst/>
          </a:prstGeom>
        </p:spPr>
      </p:pic>
      <p:pic>
        <p:nvPicPr>
          <p:cNvPr id="9" name="Picture 8" descr="@mainlp">
            <a:extLst>
              <a:ext uri="{FF2B5EF4-FFF2-40B4-BE49-F238E27FC236}">
                <a16:creationId xmlns:a16="http://schemas.microsoft.com/office/drawing/2014/main" id="{C1159A0A-CC5C-C03F-839B-34DEE4E9F1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046314" y="4752385"/>
            <a:ext cx="1914525" cy="1914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7B1511-4E99-B0BD-6F09-413DCCDD8C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4835" y="4835807"/>
            <a:ext cx="2177069" cy="17451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439CB-6D62-AB46-44E1-A7D7D539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4239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38F5-D65A-5740-319E-D709E1A4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person holding a can and a box&#10;&#10;AI-generated content may be incorrect.">
            <a:extLst>
              <a:ext uri="{FF2B5EF4-FFF2-40B4-BE49-F238E27FC236}">
                <a16:creationId xmlns:a16="http://schemas.microsoft.com/office/drawing/2014/main" id="{E9DBC2E7-CE90-2550-6485-601ABF453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1973326"/>
            <a:ext cx="6096000" cy="40559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F4329B-80A4-8B0C-0A4C-0706D457F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64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Lets agree to disagree about syntactic annotations</vt:lpstr>
      <vt:lpstr>Background</vt:lpstr>
      <vt:lpstr>Background</vt:lpstr>
      <vt:lpstr>Story</vt:lpstr>
      <vt:lpstr>Story</vt:lpstr>
      <vt:lpstr>Story</vt:lpstr>
      <vt:lpstr>So: "Modeling Input Uncertainty in Neural Network Dependency Parsing" </vt:lpstr>
      <vt:lpstr>PowerPoint Presentation</vt:lpstr>
      <vt:lpstr>PowerPoint Presentation</vt:lpstr>
      <vt:lpstr>E-mail</vt:lpstr>
      <vt:lpstr>E-mail </vt:lpstr>
      <vt:lpstr>One year later</vt:lpstr>
      <vt:lpstr>One year later</vt:lpstr>
      <vt:lpstr>One year later</vt:lpstr>
      <vt:lpstr>Cross-annotator F1 score</vt:lpstr>
      <vt:lpstr>Cross-annotator F1 score</vt:lpstr>
      <vt:lpstr>PowerPoint Presentation</vt:lpstr>
      <vt:lpstr>Reply:</vt:lpstr>
      <vt:lpstr>Reply:</vt:lpstr>
      <vt:lpstr>Interesting!, but what to do?</vt:lpstr>
      <vt:lpstr>Interesting!, but what to do?</vt:lpstr>
      <vt:lpstr>Comparing different annotations (LAS)</vt:lpstr>
      <vt:lpstr>Comparing different annotations (LAS)</vt:lpstr>
      <vt:lpstr>Example</vt:lpstr>
      <vt:lpstr>Compare to standard</vt:lpstr>
      <vt:lpstr>Comparing different annotations (LAS)</vt:lpstr>
      <vt:lpstr>What about automated parsers?</vt:lpstr>
      <vt:lpstr>Comparing different annotations (LAS)</vt:lpstr>
      <vt:lpstr>Overall scores (internal agreement/parser) are lower compared to previous studies</vt:lpstr>
      <vt:lpstr>Are we close to a performance ceiling for parsing social media data? </vt:lpstr>
      <vt:lpstr>Lets ask another experienced linguistic annotator</vt:lpstr>
      <vt:lpstr>Lets ask another experienced linguistic annotator</vt:lpstr>
      <vt:lpstr>Lets ask another experienced linguistic annotator</vt:lpstr>
      <vt:lpstr>What about alligning parsers?</vt:lpstr>
      <vt:lpstr>Use distribution for evaluation: Dependency Total Variation Similarity</vt:lpstr>
      <vt:lpstr>Use distribution for evaluation: Dependency Total Variation Similarity</vt:lpstr>
      <vt:lpstr>Use distribution for evaluation: Dependency Total Variation Similarity</vt:lpstr>
      <vt:lpstr>Building a parser</vt:lpstr>
      <vt:lpstr>Building a parser</vt:lpstr>
      <vt:lpstr>Use distribution for evaluation: Dependency Total Variation Similarity</vt:lpstr>
      <vt:lpstr>Conclusions</vt:lpstr>
      <vt:lpstr>Many thanks!</vt:lpstr>
      <vt:lpstr>Thanks!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581</cp:revision>
  <dcterms:created xsi:type="dcterms:W3CDTF">2026-08-04T13:48:49Z</dcterms:created>
  <dcterms:modified xsi:type="dcterms:W3CDTF">2026-10-21T06:14:43Z</dcterms:modified>
</cp:coreProperties>
</file>